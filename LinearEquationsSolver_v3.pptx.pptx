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848363" cy="10312403"/>
            <a:chOff x="0" y="0"/>
            <a:chExt cx="11311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09728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106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3732890"/>
                  </a:lnTo>
                  <a:cubicBezTo>
                    <a:pt x="1131062" y="13742290"/>
                    <a:pt x="1123442" y="13749782"/>
                    <a:pt x="111417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114171" y="13716000"/>
                  </a:lnTo>
                  <a:lnTo>
                    <a:pt x="1114171" y="13732890"/>
                  </a:lnTo>
                  <a:lnTo>
                    <a:pt x="1097280" y="13732890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35666" y="-25403"/>
            <a:ext cx="17490443" cy="10312403"/>
            <a:chOff x="0" y="0"/>
            <a:chExt cx="2332059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328671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3286719">
                  <a:moveTo>
                    <a:pt x="0" y="0"/>
                  </a:moveTo>
                  <a:lnTo>
                    <a:pt x="23286719" y="0"/>
                  </a:lnTo>
                  <a:lnTo>
                    <a:pt x="2328671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0E1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2050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3320502">
                  <a:moveTo>
                    <a:pt x="16891" y="0"/>
                  </a:moveTo>
                  <a:lnTo>
                    <a:pt x="23303610" y="0"/>
                  </a:lnTo>
                  <a:cubicBezTo>
                    <a:pt x="23313008" y="0"/>
                    <a:pt x="23320502" y="7620"/>
                    <a:pt x="23320502" y="16891"/>
                  </a:cubicBezTo>
                  <a:lnTo>
                    <a:pt x="23320502" y="13732890"/>
                  </a:lnTo>
                  <a:cubicBezTo>
                    <a:pt x="23320502" y="13742290"/>
                    <a:pt x="23312882" y="13749782"/>
                    <a:pt x="2330361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3303610" y="13716000"/>
                  </a:lnTo>
                  <a:lnTo>
                    <a:pt x="23303610" y="13732890"/>
                  </a:lnTo>
                  <a:lnTo>
                    <a:pt x="23286720" y="13732890"/>
                  </a:lnTo>
                  <a:lnTo>
                    <a:pt x="23286720" y="16891"/>
                  </a:lnTo>
                  <a:lnTo>
                    <a:pt x="23303610" y="16891"/>
                  </a:lnTo>
                  <a:lnTo>
                    <a:pt x="23303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0E1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6023" y="1998983"/>
            <a:ext cx="16484603" cy="61979"/>
            <a:chOff x="0" y="0"/>
            <a:chExt cx="21979471" cy="826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1945599" cy="48768"/>
            </a:xfrm>
            <a:custGeom>
              <a:avLst/>
              <a:gdLst/>
              <a:ahLst/>
              <a:cxnLst/>
              <a:rect r="r" b="b" t="t" l="l"/>
              <a:pathLst>
                <a:path h="4876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2D4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382" cy="82552"/>
            </a:xfrm>
            <a:custGeom>
              <a:avLst/>
              <a:gdLst/>
              <a:ahLst/>
              <a:cxnLst/>
              <a:rect r="r" b="b" t="t" l="l"/>
              <a:pathLst>
                <a:path h="8255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5659"/>
                  </a:lnTo>
                  <a:cubicBezTo>
                    <a:pt x="21979382" y="75057"/>
                    <a:pt x="21971763" y="82550"/>
                    <a:pt x="219624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1962490" y="48768"/>
                  </a:lnTo>
                  <a:lnTo>
                    <a:pt x="21962490" y="65659"/>
                  </a:lnTo>
                  <a:lnTo>
                    <a:pt x="21945600" y="6565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76023" y="4010663"/>
            <a:ext cx="16484603" cy="61979"/>
            <a:chOff x="0" y="0"/>
            <a:chExt cx="21979471" cy="826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48768"/>
            </a:xfrm>
            <a:custGeom>
              <a:avLst/>
              <a:gdLst/>
              <a:ahLst/>
              <a:cxnLst/>
              <a:rect r="r" b="b" t="t" l="l"/>
              <a:pathLst>
                <a:path h="4876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2D4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82552"/>
            </a:xfrm>
            <a:custGeom>
              <a:avLst/>
              <a:gdLst/>
              <a:ahLst/>
              <a:cxnLst/>
              <a:rect r="r" b="b" t="t" l="l"/>
              <a:pathLst>
                <a:path h="8255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5659"/>
                  </a:lnTo>
                  <a:cubicBezTo>
                    <a:pt x="21979382" y="75057"/>
                    <a:pt x="21971763" y="82550"/>
                    <a:pt x="219624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1962490" y="48768"/>
                  </a:lnTo>
                  <a:lnTo>
                    <a:pt x="21962490" y="65659"/>
                  </a:lnTo>
                  <a:lnTo>
                    <a:pt x="21945600" y="6565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76023" y="6022343"/>
            <a:ext cx="16484603" cy="61979"/>
            <a:chOff x="0" y="0"/>
            <a:chExt cx="2197947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1945599" cy="48768"/>
            </a:xfrm>
            <a:custGeom>
              <a:avLst/>
              <a:gdLst/>
              <a:ahLst/>
              <a:cxnLst/>
              <a:rect r="r" b="b" t="t" l="l"/>
              <a:pathLst>
                <a:path h="4876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2D4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9382" cy="82552"/>
            </a:xfrm>
            <a:custGeom>
              <a:avLst/>
              <a:gdLst/>
              <a:ahLst/>
              <a:cxnLst/>
              <a:rect r="r" b="b" t="t" l="l"/>
              <a:pathLst>
                <a:path h="8255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5659"/>
                  </a:lnTo>
                  <a:cubicBezTo>
                    <a:pt x="21979382" y="75057"/>
                    <a:pt x="21971763" y="82550"/>
                    <a:pt x="219624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1962490" y="48768"/>
                  </a:lnTo>
                  <a:lnTo>
                    <a:pt x="21962490" y="65659"/>
                  </a:lnTo>
                  <a:lnTo>
                    <a:pt x="21945600" y="6565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6023" y="8034023"/>
            <a:ext cx="16484603" cy="61979"/>
            <a:chOff x="0" y="0"/>
            <a:chExt cx="2197947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1945599" cy="48768"/>
            </a:xfrm>
            <a:custGeom>
              <a:avLst/>
              <a:gdLst/>
              <a:ahLst/>
              <a:cxnLst/>
              <a:rect r="r" b="b" t="t" l="l"/>
              <a:pathLst>
                <a:path h="4876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2D4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9382" cy="82552"/>
            </a:xfrm>
            <a:custGeom>
              <a:avLst/>
              <a:gdLst/>
              <a:ahLst/>
              <a:cxnLst/>
              <a:rect r="r" b="b" t="t" l="l"/>
              <a:pathLst>
                <a:path h="8255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5659"/>
                  </a:lnTo>
                  <a:cubicBezTo>
                    <a:pt x="21979382" y="75057"/>
                    <a:pt x="21971763" y="82550"/>
                    <a:pt x="219624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1962490" y="48768"/>
                  </a:lnTo>
                  <a:lnTo>
                    <a:pt x="21962490" y="65659"/>
                  </a:lnTo>
                  <a:lnTo>
                    <a:pt x="21945600" y="6565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50343" y="2181863"/>
            <a:ext cx="135131" cy="1671323"/>
            <a:chOff x="0" y="0"/>
            <a:chExt cx="180175" cy="22284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50343" y="2181863"/>
            <a:ext cx="848363" cy="135131"/>
            <a:chOff x="0" y="0"/>
            <a:chExt cx="1131151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97280" cy="146304"/>
            </a:xfrm>
            <a:custGeom>
              <a:avLst/>
              <a:gdLst/>
              <a:ahLst/>
              <a:cxnLst/>
              <a:rect r="r" b="b" t="t" l="l"/>
              <a:pathLst>
                <a:path h="14630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1062" cy="180088"/>
            </a:xfrm>
            <a:custGeom>
              <a:avLst/>
              <a:gdLst/>
              <a:ahLst/>
              <a:cxnLst/>
              <a:rect r="r" b="b" t="t" l="l"/>
              <a:pathLst>
                <a:path h="180088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63195"/>
                  </a:lnTo>
                  <a:cubicBezTo>
                    <a:pt x="1131062" y="172593"/>
                    <a:pt x="1123442" y="180086"/>
                    <a:pt x="11141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14171" y="146304"/>
                  </a:lnTo>
                  <a:lnTo>
                    <a:pt x="1114171" y="163195"/>
                  </a:lnTo>
                  <a:lnTo>
                    <a:pt x="1097280" y="163195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21152" y="4725264"/>
            <a:ext cx="135131" cy="1671323"/>
            <a:chOff x="0" y="0"/>
            <a:chExt cx="180175" cy="22284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086" cy="2228342"/>
            </a:xfrm>
            <a:custGeom>
              <a:avLst/>
              <a:gdLst/>
              <a:ahLst/>
              <a:cxnLst/>
              <a:rect r="r" b="b" t="t" l="l"/>
              <a:pathLst>
                <a:path h="22283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211451"/>
                  </a:lnTo>
                  <a:cubicBezTo>
                    <a:pt x="180086" y="2220849"/>
                    <a:pt x="172466" y="2228342"/>
                    <a:pt x="163195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63195" y="2194560"/>
                  </a:lnTo>
                  <a:lnTo>
                    <a:pt x="163195" y="2211451"/>
                  </a:lnTo>
                  <a:lnTo>
                    <a:pt x="146304" y="22114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015312" y="6281671"/>
            <a:ext cx="1140971" cy="135131"/>
            <a:chOff x="0" y="0"/>
            <a:chExt cx="1521295" cy="1801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87424" cy="146304"/>
            </a:xfrm>
            <a:custGeom>
              <a:avLst/>
              <a:gdLst/>
              <a:ahLst/>
              <a:cxnLst/>
              <a:rect r="r" b="b" t="t" l="l"/>
              <a:pathLst>
                <a:path h="146304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1206" cy="180088"/>
            </a:xfrm>
            <a:custGeom>
              <a:avLst/>
              <a:gdLst/>
              <a:ahLst/>
              <a:cxnLst/>
              <a:rect r="r" b="b" t="t" l="l"/>
              <a:pathLst>
                <a:path h="180088" w="1521206">
                  <a:moveTo>
                    <a:pt x="16891" y="0"/>
                  </a:moveTo>
                  <a:lnTo>
                    <a:pt x="1504315" y="0"/>
                  </a:lnTo>
                  <a:cubicBezTo>
                    <a:pt x="1513713" y="0"/>
                    <a:pt x="1521206" y="7620"/>
                    <a:pt x="1521206" y="16891"/>
                  </a:cubicBezTo>
                  <a:lnTo>
                    <a:pt x="1521206" y="163195"/>
                  </a:lnTo>
                  <a:cubicBezTo>
                    <a:pt x="1521206" y="172593"/>
                    <a:pt x="1513586" y="180086"/>
                    <a:pt x="150431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504315" y="146304"/>
                  </a:lnTo>
                  <a:lnTo>
                    <a:pt x="1504315" y="163195"/>
                  </a:lnTo>
                  <a:lnTo>
                    <a:pt x="1487424" y="163195"/>
                  </a:lnTo>
                  <a:lnTo>
                    <a:pt x="1487424" y="16891"/>
                  </a:lnTo>
                  <a:lnTo>
                    <a:pt x="1504315" y="16891"/>
                  </a:lnTo>
                  <a:lnTo>
                    <a:pt x="15043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828800" y="2194560"/>
            <a:ext cx="15544800" cy="1645920"/>
            <a:chOff x="0" y="0"/>
            <a:chExt cx="20726400" cy="2194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726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0"/>
              <a:ext cx="20726400" cy="2385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LINEAR EQUATIONS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28800" y="3840480"/>
            <a:ext cx="15544800" cy="1645920"/>
            <a:chOff x="0" y="0"/>
            <a:chExt cx="2072640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726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0"/>
              <a:ext cx="20726400" cy="2385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800">
                  <a:solidFill>
                    <a:srgbClr val="D4A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SOLVER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5482" y="5422392"/>
            <a:ext cx="13716000" cy="822960"/>
            <a:chOff x="0" y="0"/>
            <a:chExt cx="1828800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8288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8892A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 Interactive C++ Tool for Solving Systems of Equations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83085" y="6416802"/>
            <a:ext cx="7340603" cy="98555"/>
            <a:chOff x="0" y="0"/>
            <a:chExt cx="9787471" cy="1314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9753600" cy="97536"/>
            </a:xfrm>
            <a:custGeom>
              <a:avLst/>
              <a:gdLst/>
              <a:ahLst/>
              <a:cxnLst/>
              <a:rect r="r" b="b" t="t" l="l"/>
              <a:pathLst>
                <a:path h="9753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87382" cy="131320"/>
            </a:xfrm>
            <a:custGeom>
              <a:avLst/>
              <a:gdLst/>
              <a:ahLst/>
              <a:cxnLst/>
              <a:rect r="r" b="b" t="t" l="l"/>
              <a:pathLst>
                <a:path h="131320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14427"/>
                  </a:lnTo>
                  <a:cubicBezTo>
                    <a:pt x="9787382" y="123825"/>
                    <a:pt x="9779762" y="131318"/>
                    <a:pt x="97704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9770491" y="97536"/>
                  </a:lnTo>
                  <a:lnTo>
                    <a:pt x="9770491" y="114427"/>
                  </a:lnTo>
                  <a:lnTo>
                    <a:pt x="9753600" y="114427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407358" y="7448807"/>
            <a:ext cx="15544800" cy="694944"/>
            <a:chOff x="0" y="0"/>
            <a:chExt cx="2072640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0726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Mohamed Hany  ·  Yahia Ahmed  ·  Mohamed Khaled  ·  Shrouk Mohamed  ·  Hanem Atef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4628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45720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THIS PROJECT?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4583" y="1907543"/>
            <a:ext cx="135131" cy="5146043"/>
            <a:chOff x="0" y="0"/>
            <a:chExt cx="180175" cy="6861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6827520"/>
            </a:xfrm>
            <a:custGeom>
              <a:avLst/>
              <a:gdLst/>
              <a:ahLst/>
              <a:cxnLst/>
              <a:rect r="r" b="b" t="t" l="l"/>
              <a:pathLst>
                <a:path h="682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6861301"/>
            </a:xfrm>
            <a:custGeom>
              <a:avLst/>
              <a:gdLst/>
              <a:ahLst/>
              <a:cxnLst/>
              <a:rect r="r" b="b" t="t" l="l"/>
              <a:pathLst>
                <a:path h="6861301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844411"/>
                  </a:lnTo>
                  <a:cubicBezTo>
                    <a:pt x="180086" y="6853809"/>
                    <a:pt x="172466" y="6861301"/>
                    <a:pt x="163195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163195" y="6827520"/>
                  </a:lnTo>
                  <a:lnTo>
                    <a:pt x="163195" y="6844411"/>
                  </a:lnTo>
                  <a:lnTo>
                    <a:pt x="146304" y="6844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5920" y="2011680"/>
            <a:ext cx="9286572" cy="2926080"/>
            <a:chOff x="0" y="0"/>
            <a:chExt cx="12382096" cy="3901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82095" cy="3901440"/>
            </a:xfrm>
            <a:custGeom>
              <a:avLst/>
              <a:gdLst/>
              <a:ahLst/>
              <a:cxnLst/>
              <a:rect r="r" b="b" t="t" l="l"/>
              <a:pathLst>
                <a:path h="3901440" w="12382095">
                  <a:moveTo>
                    <a:pt x="0" y="0"/>
                  </a:moveTo>
                  <a:lnTo>
                    <a:pt x="12382095" y="0"/>
                  </a:lnTo>
                  <a:lnTo>
                    <a:pt x="12382095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14" r="-67390" b="-535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2382096" cy="3977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program that takes a set of equations with unknown values and figures out what all those unknowns are — instantly.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5212080"/>
            <a:ext cx="8920314" cy="2011680"/>
            <a:chOff x="0" y="0"/>
            <a:chExt cx="11893752" cy="2682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937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893752">
                  <a:moveTo>
                    <a:pt x="0" y="0"/>
                  </a:moveTo>
                  <a:lnTo>
                    <a:pt x="11893752" y="0"/>
                  </a:lnTo>
                  <a:lnTo>
                    <a:pt x="11893752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-74262" b="-10056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1893752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8892A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Think of it like a very fast, very reliable calculator — one that handles problems too complex to solve by hand.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865686" y="1554480"/>
            <a:ext cx="6690794" cy="6356254"/>
          </a:xfrm>
          <a:custGeom>
            <a:avLst/>
            <a:gdLst/>
            <a:ahLst/>
            <a:cxnLst/>
            <a:rect r="r" b="b" t="t" l="l"/>
            <a:pathLst>
              <a:path h="6356254" w="6690794">
                <a:moveTo>
                  <a:pt x="0" y="0"/>
                </a:moveTo>
                <a:lnTo>
                  <a:pt x="6690794" y="0"/>
                </a:lnTo>
                <a:lnTo>
                  <a:pt x="6690794" y="6356254"/>
                </a:lnTo>
                <a:lnTo>
                  <a:pt x="0" y="6356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4628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45720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998983"/>
            <a:ext cx="5420363" cy="6974843"/>
            <a:chOff x="0" y="0"/>
            <a:chExt cx="7227151" cy="9299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193281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706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282811"/>
                  </a:lnTo>
                  <a:cubicBezTo>
                    <a:pt x="7227062" y="9292209"/>
                    <a:pt x="7219442" y="9299701"/>
                    <a:pt x="7210172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210172" y="9265920"/>
                  </a:lnTo>
                  <a:lnTo>
                    <a:pt x="7210172" y="9282811"/>
                  </a:lnTo>
                  <a:lnTo>
                    <a:pt x="7193280" y="9282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998983"/>
            <a:ext cx="5420363" cy="153419"/>
            <a:chOff x="0" y="0"/>
            <a:chExt cx="722715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30503" y="2364743"/>
            <a:ext cx="1397003" cy="1397003"/>
            <a:chOff x="0" y="0"/>
            <a:chExt cx="1862671" cy="18626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2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62582">
                  <a:moveTo>
                    <a:pt x="0" y="931291"/>
                  </a:moveTo>
                  <a:cubicBezTo>
                    <a:pt x="0" y="416941"/>
                    <a:pt x="416941" y="0"/>
                    <a:pt x="931291" y="0"/>
                  </a:cubicBezTo>
                  <a:lnTo>
                    <a:pt x="931291" y="16891"/>
                  </a:lnTo>
                  <a:lnTo>
                    <a:pt x="931291" y="0"/>
                  </a:lnTo>
                  <a:cubicBezTo>
                    <a:pt x="1445641" y="0"/>
                    <a:pt x="1862582" y="416941"/>
                    <a:pt x="1862582" y="931291"/>
                  </a:cubicBezTo>
                  <a:cubicBezTo>
                    <a:pt x="1862582" y="1445641"/>
                    <a:pt x="1445641" y="1862582"/>
                    <a:pt x="931291" y="1862582"/>
                  </a:cubicBezTo>
                  <a:lnTo>
                    <a:pt x="931291" y="1845691"/>
                  </a:lnTo>
                  <a:lnTo>
                    <a:pt x="931291" y="1862582"/>
                  </a:lnTo>
                  <a:cubicBezTo>
                    <a:pt x="416941" y="1862709"/>
                    <a:pt x="0" y="1445641"/>
                    <a:pt x="0" y="931291"/>
                  </a:cubicBezTo>
                  <a:lnTo>
                    <a:pt x="16891" y="931291"/>
                  </a:lnTo>
                  <a:lnTo>
                    <a:pt x="27432" y="944626"/>
                  </a:lnTo>
                  <a:cubicBezTo>
                    <a:pt x="22352" y="948690"/>
                    <a:pt x="15367" y="949452"/>
                    <a:pt x="9525" y="946531"/>
                  </a:cubicBezTo>
                  <a:cubicBezTo>
                    <a:pt x="3683" y="943610"/>
                    <a:pt x="0" y="937768"/>
                    <a:pt x="0" y="931291"/>
                  </a:cubicBezTo>
                  <a:moveTo>
                    <a:pt x="33909" y="931291"/>
                  </a:moveTo>
                  <a:lnTo>
                    <a:pt x="16891" y="931291"/>
                  </a:lnTo>
                  <a:lnTo>
                    <a:pt x="6477" y="918083"/>
                  </a:lnTo>
                  <a:cubicBezTo>
                    <a:pt x="11557" y="914019"/>
                    <a:pt x="18542" y="913257"/>
                    <a:pt x="24384" y="916178"/>
                  </a:cubicBezTo>
                  <a:cubicBezTo>
                    <a:pt x="30226" y="919099"/>
                    <a:pt x="33909" y="924941"/>
                    <a:pt x="33909" y="931418"/>
                  </a:cubicBezTo>
                  <a:cubicBezTo>
                    <a:pt x="33909" y="1426972"/>
                    <a:pt x="435737" y="1828800"/>
                    <a:pt x="931291" y="1828800"/>
                  </a:cubicBezTo>
                  <a:cubicBezTo>
                    <a:pt x="1426972" y="1828800"/>
                    <a:pt x="1828800" y="1426972"/>
                    <a:pt x="1828800" y="931291"/>
                  </a:cubicBezTo>
                  <a:lnTo>
                    <a:pt x="1845691" y="931291"/>
                  </a:lnTo>
                  <a:lnTo>
                    <a:pt x="1828800" y="931291"/>
                  </a:lnTo>
                  <a:cubicBezTo>
                    <a:pt x="1828800" y="435610"/>
                    <a:pt x="1426972" y="33782"/>
                    <a:pt x="931291" y="33782"/>
                  </a:cubicBezTo>
                  <a:lnTo>
                    <a:pt x="931291" y="16891"/>
                  </a:lnTo>
                  <a:lnTo>
                    <a:pt x="931291" y="33909"/>
                  </a:lnTo>
                  <a:cubicBezTo>
                    <a:pt x="435737" y="33909"/>
                    <a:pt x="33909" y="435737"/>
                    <a:pt x="33909" y="931291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43200" y="2377440"/>
            <a:ext cx="1371600" cy="1371600"/>
            <a:chOff x="0" y="0"/>
            <a:chExt cx="182880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828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4114800"/>
            <a:ext cx="4846320" cy="822960"/>
            <a:chOff x="0" y="0"/>
            <a:chExt cx="646176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4617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unknowns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5084064"/>
            <a:ext cx="4846320" cy="3657600"/>
            <a:chOff x="0" y="0"/>
            <a:chExt cx="6461760" cy="4876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617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832" t="0" r="-4683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46176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Some problems have several things you don't know at once — like the price of two items, or the speed of two objects. You need all answers together.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24679" y="1998983"/>
            <a:ext cx="5420363" cy="6974843"/>
            <a:chOff x="0" y="0"/>
            <a:chExt cx="7227151" cy="92997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193281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2706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282811"/>
                  </a:lnTo>
                  <a:cubicBezTo>
                    <a:pt x="7227062" y="9292209"/>
                    <a:pt x="7219442" y="9299701"/>
                    <a:pt x="7210172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210172" y="9265920"/>
                  </a:lnTo>
                  <a:lnTo>
                    <a:pt x="7210172" y="9282811"/>
                  </a:lnTo>
                  <a:lnTo>
                    <a:pt x="7193280" y="9282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24679" y="1998983"/>
            <a:ext cx="5420363" cy="153419"/>
            <a:chOff x="0" y="0"/>
            <a:chExt cx="7227151" cy="2045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436359" y="2364743"/>
            <a:ext cx="1397003" cy="1397003"/>
            <a:chOff x="0" y="0"/>
            <a:chExt cx="1862671" cy="18626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62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62582">
                  <a:moveTo>
                    <a:pt x="0" y="931291"/>
                  </a:moveTo>
                  <a:cubicBezTo>
                    <a:pt x="0" y="416941"/>
                    <a:pt x="416941" y="0"/>
                    <a:pt x="931291" y="0"/>
                  </a:cubicBezTo>
                  <a:lnTo>
                    <a:pt x="931291" y="16891"/>
                  </a:lnTo>
                  <a:lnTo>
                    <a:pt x="931291" y="0"/>
                  </a:lnTo>
                  <a:cubicBezTo>
                    <a:pt x="1445641" y="0"/>
                    <a:pt x="1862582" y="416941"/>
                    <a:pt x="1862582" y="931291"/>
                  </a:cubicBezTo>
                  <a:cubicBezTo>
                    <a:pt x="1862582" y="1445641"/>
                    <a:pt x="1445641" y="1862582"/>
                    <a:pt x="931291" y="1862582"/>
                  </a:cubicBezTo>
                  <a:lnTo>
                    <a:pt x="931291" y="1845691"/>
                  </a:lnTo>
                  <a:lnTo>
                    <a:pt x="931291" y="1862582"/>
                  </a:lnTo>
                  <a:cubicBezTo>
                    <a:pt x="416941" y="1862709"/>
                    <a:pt x="0" y="1445641"/>
                    <a:pt x="0" y="931291"/>
                  </a:cubicBezTo>
                  <a:lnTo>
                    <a:pt x="16891" y="931291"/>
                  </a:lnTo>
                  <a:lnTo>
                    <a:pt x="27432" y="944626"/>
                  </a:lnTo>
                  <a:cubicBezTo>
                    <a:pt x="22352" y="948690"/>
                    <a:pt x="15367" y="949452"/>
                    <a:pt x="9525" y="946531"/>
                  </a:cubicBezTo>
                  <a:cubicBezTo>
                    <a:pt x="3683" y="943610"/>
                    <a:pt x="0" y="937768"/>
                    <a:pt x="0" y="931291"/>
                  </a:cubicBezTo>
                  <a:moveTo>
                    <a:pt x="33909" y="931291"/>
                  </a:moveTo>
                  <a:lnTo>
                    <a:pt x="16891" y="931291"/>
                  </a:lnTo>
                  <a:lnTo>
                    <a:pt x="6477" y="918083"/>
                  </a:lnTo>
                  <a:cubicBezTo>
                    <a:pt x="11557" y="914019"/>
                    <a:pt x="18542" y="913257"/>
                    <a:pt x="24384" y="916178"/>
                  </a:cubicBezTo>
                  <a:cubicBezTo>
                    <a:pt x="30226" y="919099"/>
                    <a:pt x="33909" y="924941"/>
                    <a:pt x="33909" y="931418"/>
                  </a:cubicBezTo>
                  <a:cubicBezTo>
                    <a:pt x="33909" y="1426972"/>
                    <a:pt x="435737" y="1828800"/>
                    <a:pt x="931291" y="1828800"/>
                  </a:cubicBezTo>
                  <a:cubicBezTo>
                    <a:pt x="1426972" y="1828800"/>
                    <a:pt x="1828800" y="1426972"/>
                    <a:pt x="1828800" y="931291"/>
                  </a:cubicBezTo>
                  <a:lnTo>
                    <a:pt x="1845691" y="931291"/>
                  </a:lnTo>
                  <a:lnTo>
                    <a:pt x="1828800" y="931291"/>
                  </a:lnTo>
                  <a:cubicBezTo>
                    <a:pt x="1828800" y="435610"/>
                    <a:pt x="1426972" y="33782"/>
                    <a:pt x="931291" y="33782"/>
                  </a:cubicBezTo>
                  <a:lnTo>
                    <a:pt x="931291" y="16891"/>
                  </a:lnTo>
                  <a:lnTo>
                    <a:pt x="931291" y="33909"/>
                  </a:lnTo>
                  <a:cubicBezTo>
                    <a:pt x="435737" y="33909"/>
                    <a:pt x="33909" y="435737"/>
                    <a:pt x="33909" y="931291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49056" y="2377440"/>
            <a:ext cx="1371600" cy="1371600"/>
            <a:chOff x="0" y="0"/>
            <a:chExt cx="182880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1828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711696" y="4114800"/>
            <a:ext cx="4846320" cy="822960"/>
            <a:chOff x="0" y="0"/>
            <a:chExt cx="646176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4617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solving is slow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711696" y="5084064"/>
            <a:ext cx="4846320" cy="3657600"/>
            <a:chOff x="0" y="0"/>
            <a:chExt cx="6461760" cy="4876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617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832" t="0" r="-4683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46176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through these by hand, step by step, is tedious and easy to get wrong — especially when there are 3, 4, or more unknowns.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30535" y="1998983"/>
            <a:ext cx="5420363" cy="6974843"/>
            <a:chOff x="0" y="0"/>
            <a:chExt cx="7227151" cy="92997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193281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22706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282811"/>
                  </a:lnTo>
                  <a:cubicBezTo>
                    <a:pt x="7227062" y="9292209"/>
                    <a:pt x="7219442" y="9299701"/>
                    <a:pt x="7210172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210172" y="9265920"/>
                  </a:lnTo>
                  <a:lnTo>
                    <a:pt x="7210172" y="9282811"/>
                  </a:lnTo>
                  <a:lnTo>
                    <a:pt x="7193280" y="9282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130535" y="1998983"/>
            <a:ext cx="5420363" cy="153419"/>
            <a:chOff x="0" y="0"/>
            <a:chExt cx="7227151" cy="2045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142215" y="2364743"/>
            <a:ext cx="1397003" cy="1397003"/>
            <a:chOff x="0" y="0"/>
            <a:chExt cx="1862671" cy="18626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62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62582">
                  <a:moveTo>
                    <a:pt x="0" y="931291"/>
                  </a:moveTo>
                  <a:cubicBezTo>
                    <a:pt x="0" y="416941"/>
                    <a:pt x="416941" y="0"/>
                    <a:pt x="931291" y="0"/>
                  </a:cubicBezTo>
                  <a:lnTo>
                    <a:pt x="931291" y="16891"/>
                  </a:lnTo>
                  <a:lnTo>
                    <a:pt x="931291" y="0"/>
                  </a:lnTo>
                  <a:cubicBezTo>
                    <a:pt x="1445641" y="0"/>
                    <a:pt x="1862582" y="416941"/>
                    <a:pt x="1862582" y="931291"/>
                  </a:cubicBezTo>
                  <a:cubicBezTo>
                    <a:pt x="1862582" y="1445641"/>
                    <a:pt x="1445641" y="1862582"/>
                    <a:pt x="931291" y="1862582"/>
                  </a:cubicBezTo>
                  <a:lnTo>
                    <a:pt x="931291" y="1845691"/>
                  </a:lnTo>
                  <a:lnTo>
                    <a:pt x="931291" y="1862582"/>
                  </a:lnTo>
                  <a:cubicBezTo>
                    <a:pt x="416941" y="1862709"/>
                    <a:pt x="0" y="1445641"/>
                    <a:pt x="0" y="931291"/>
                  </a:cubicBezTo>
                  <a:lnTo>
                    <a:pt x="16891" y="931291"/>
                  </a:lnTo>
                  <a:lnTo>
                    <a:pt x="27432" y="944626"/>
                  </a:lnTo>
                  <a:cubicBezTo>
                    <a:pt x="22352" y="948690"/>
                    <a:pt x="15367" y="949452"/>
                    <a:pt x="9525" y="946531"/>
                  </a:cubicBezTo>
                  <a:cubicBezTo>
                    <a:pt x="3683" y="943610"/>
                    <a:pt x="0" y="937768"/>
                    <a:pt x="0" y="931291"/>
                  </a:cubicBezTo>
                  <a:moveTo>
                    <a:pt x="33909" y="931291"/>
                  </a:moveTo>
                  <a:lnTo>
                    <a:pt x="16891" y="931291"/>
                  </a:lnTo>
                  <a:lnTo>
                    <a:pt x="6477" y="918083"/>
                  </a:lnTo>
                  <a:cubicBezTo>
                    <a:pt x="11557" y="914019"/>
                    <a:pt x="18542" y="913257"/>
                    <a:pt x="24384" y="916178"/>
                  </a:cubicBezTo>
                  <a:cubicBezTo>
                    <a:pt x="30226" y="919099"/>
                    <a:pt x="33909" y="924941"/>
                    <a:pt x="33909" y="931418"/>
                  </a:cubicBezTo>
                  <a:cubicBezTo>
                    <a:pt x="33909" y="1426972"/>
                    <a:pt x="435737" y="1828800"/>
                    <a:pt x="931291" y="1828800"/>
                  </a:cubicBezTo>
                  <a:cubicBezTo>
                    <a:pt x="1426972" y="1828800"/>
                    <a:pt x="1828800" y="1426972"/>
                    <a:pt x="1828800" y="931291"/>
                  </a:cubicBezTo>
                  <a:lnTo>
                    <a:pt x="1845691" y="931291"/>
                  </a:lnTo>
                  <a:lnTo>
                    <a:pt x="1828800" y="931291"/>
                  </a:lnTo>
                  <a:cubicBezTo>
                    <a:pt x="1828800" y="435610"/>
                    <a:pt x="1426972" y="33782"/>
                    <a:pt x="931291" y="33782"/>
                  </a:cubicBezTo>
                  <a:lnTo>
                    <a:pt x="931291" y="16891"/>
                  </a:lnTo>
                  <a:lnTo>
                    <a:pt x="931291" y="33909"/>
                  </a:lnTo>
                  <a:cubicBezTo>
                    <a:pt x="435737" y="33909"/>
                    <a:pt x="33909" y="435737"/>
                    <a:pt x="33909" y="931291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154912" y="2377440"/>
            <a:ext cx="1371600" cy="1371600"/>
            <a:chOff x="0" y="0"/>
            <a:chExt cx="1828800" cy="1828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828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417552" y="4114800"/>
            <a:ext cx="4846320" cy="822960"/>
            <a:chOff x="0" y="0"/>
            <a:chExt cx="646176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4617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tool solves it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417552" y="5084064"/>
            <a:ext cx="4846320" cy="3657600"/>
            <a:chOff x="0" y="0"/>
            <a:chExt cx="6461760" cy="4876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617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832" t="0" r="-4683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46176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 the equations. Press solve. Get every answer in seconds — with no arithmetic errors and no guesswork.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4628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45720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REAL-WORLD EXAMPLE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920240"/>
            <a:ext cx="16459200" cy="822960"/>
            <a:chOff x="0" y="0"/>
            <a:chExt cx="219456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945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8892A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Imagine a café that sells coffee and tea.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1703" y="3004823"/>
            <a:ext cx="5694683" cy="3683003"/>
            <a:chOff x="0" y="0"/>
            <a:chExt cx="7592911" cy="4910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5590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928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893691"/>
                  </a:lnTo>
                  <a:cubicBezTo>
                    <a:pt x="7592822" y="4903089"/>
                    <a:pt x="7585202" y="4910582"/>
                    <a:pt x="75759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575931" y="4876800"/>
                  </a:lnTo>
                  <a:lnTo>
                    <a:pt x="7575931" y="4893691"/>
                  </a:lnTo>
                  <a:lnTo>
                    <a:pt x="7559040" y="489369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1703" y="3004823"/>
            <a:ext cx="5694683" cy="153419"/>
            <a:chOff x="0" y="0"/>
            <a:chExt cx="7592911" cy="204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92822" cy="204472"/>
            </a:xfrm>
            <a:custGeom>
              <a:avLst/>
              <a:gdLst/>
              <a:ahLst/>
              <a:cxnLst/>
              <a:rect r="r" b="b" t="t" l="l"/>
              <a:pathLst>
                <a:path h="20447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87579"/>
                  </a:lnTo>
                  <a:cubicBezTo>
                    <a:pt x="7592822" y="196977"/>
                    <a:pt x="7585202" y="204470"/>
                    <a:pt x="7575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575931" y="170688"/>
                  </a:lnTo>
                  <a:lnTo>
                    <a:pt x="7575931" y="187579"/>
                  </a:lnTo>
                  <a:lnTo>
                    <a:pt x="7559040" y="1875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3856" y="3255264"/>
            <a:ext cx="5212080" cy="640080"/>
            <a:chOff x="0" y="0"/>
            <a:chExt cx="694944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949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D4A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MONDAY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3856" y="4023360"/>
            <a:ext cx="5212080" cy="2377440"/>
            <a:chOff x="0" y="0"/>
            <a:chExt cx="6949440" cy="3169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4" t="0" r="-852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694944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coffees + 3 teas</a:t>
              </a:r>
            </a:p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costs $16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02503" y="3004823"/>
            <a:ext cx="5694683" cy="3683003"/>
            <a:chOff x="0" y="0"/>
            <a:chExt cx="7592911" cy="49106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5590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9282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4893691"/>
                  </a:lnTo>
                  <a:cubicBezTo>
                    <a:pt x="7592822" y="4903089"/>
                    <a:pt x="7585202" y="4910582"/>
                    <a:pt x="757593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575931" y="4876800"/>
                  </a:lnTo>
                  <a:lnTo>
                    <a:pt x="7575931" y="4893691"/>
                  </a:lnTo>
                  <a:lnTo>
                    <a:pt x="7559040" y="489369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02503" y="3004823"/>
            <a:ext cx="5694683" cy="153419"/>
            <a:chOff x="0" y="0"/>
            <a:chExt cx="7592911" cy="204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92822" cy="204472"/>
            </a:xfrm>
            <a:custGeom>
              <a:avLst/>
              <a:gdLst/>
              <a:ahLst/>
              <a:cxnLst/>
              <a:rect r="r" b="b" t="t" l="l"/>
              <a:pathLst>
                <a:path h="20447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87579"/>
                  </a:lnTo>
                  <a:cubicBezTo>
                    <a:pt x="7592822" y="196977"/>
                    <a:pt x="7585202" y="204470"/>
                    <a:pt x="7575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575931" y="170688"/>
                  </a:lnTo>
                  <a:lnTo>
                    <a:pt x="7575931" y="187579"/>
                  </a:lnTo>
                  <a:lnTo>
                    <a:pt x="7559040" y="1875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534656" y="3255264"/>
            <a:ext cx="5212080" cy="640080"/>
            <a:chOff x="0" y="0"/>
            <a:chExt cx="694944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949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D4A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TUESDAY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34656" y="4023360"/>
            <a:ext cx="5212080" cy="2377440"/>
            <a:chOff x="0" y="0"/>
            <a:chExt cx="6949440" cy="3169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94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4" t="0" r="-852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694944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coffee + 2 teas</a:t>
              </a:r>
            </a:p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costs $8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428983" y="4742183"/>
            <a:ext cx="1671323" cy="135131"/>
            <a:chOff x="0" y="0"/>
            <a:chExt cx="2228431" cy="180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8342" cy="180088"/>
            </a:xfrm>
            <a:custGeom>
              <a:avLst/>
              <a:gdLst/>
              <a:ahLst/>
              <a:cxnLst/>
              <a:rect r="r" b="b" t="t" l="l"/>
              <a:pathLst>
                <a:path h="180088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163195"/>
                  </a:lnTo>
                  <a:cubicBezTo>
                    <a:pt x="2228342" y="172593"/>
                    <a:pt x="2220722" y="180086"/>
                    <a:pt x="22114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211451" y="146304"/>
                  </a:lnTo>
                  <a:lnTo>
                    <a:pt x="2211451" y="163195"/>
                  </a:lnTo>
                  <a:lnTo>
                    <a:pt x="2194560" y="163195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813280" y="4425696"/>
            <a:ext cx="640080" cy="768096"/>
            <a:chOff x="0" y="0"/>
            <a:chExt cx="85344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3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85344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D4A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►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800583" y="3004823"/>
            <a:ext cx="2860043" cy="3683003"/>
            <a:chOff x="0" y="0"/>
            <a:chExt cx="3813391" cy="49106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37795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61D2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133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4893691"/>
                  </a:lnTo>
                  <a:cubicBezTo>
                    <a:pt x="3813302" y="4903089"/>
                    <a:pt x="3805682" y="4910582"/>
                    <a:pt x="37964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3796411" y="4876800"/>
                  </a:lnTo>
                  <a:lnTo>
                    <a:pt x="3796411" y="4893691"/>
                  </a:lnTo>
                  <a:lnTo>
                    <a:pt x="3779520" y="489369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800583" y="3004823"/>
            <a:ext cx="2860043" cy="153419"/>
            <a:chOff x="0" y="0"/>
            <a:chExt cx="3813391" cy="2045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3779520" cy="170688"/>
            </a:xfrm>
            <a:custGeom>
              <a:avLst/>
              <a:gdLst/>
              <a:ahLst/>
              <a:cxnLst/>
              <a:rect r="r" b="b" t="t" l="l"/>
              <a:pathLst>
                <a:path h="170688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13302" cy="204472"/>
            </a:xfrm>
            <a:custGeom>
              <a:avLst/>
              <a:gdLst/>
              <a:ahLst/>
              <a:cxnLst/>
              <a:rect r="r" b="b" t="t" l="l"/>
              <a:pathLst>
                <a:path h="20447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187579"/>
                  </a:lnTo>
                  <a:cubicBezTo>
                    <a:pt x="3813302" y="196977"/>
                    <a:pt x="3805682" y="204470"/>
                    <a:pt x="37964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3796411" y="170688"/>
                  </a:lnTo>
                  <a:lnTo>
                    <a:pt x="3796411" y="187579"/>
                  </a:lnTo>
                  <a:lnTo>
                    <a:pt x="3779520" y="187579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904720" y="3236976"/>
            <a:ext cx="2560320" cy="548640"/>
            <a:chOff x="0" y="0"/>
            <a:chExt cx="34137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00">
                  <a:solidFill>
                    <a:srgbClr val="D4A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ANSWER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904720" y="3931920"/>
            <a:ext cx="2468880" cy="2468880"/>
            <a:chOff x="0" y="0"/>
            <a:chExt cx="3291840" cy="3291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3291840" cy="3348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Coffee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= $2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= $4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7280" y="7040880"/>
            <a:ext cx="16459200" cy="822960"/>
            <a:chOff x="0" y="0"/>
            <a:chExt cx="2194560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8892A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solver finds both answers at once — no guessing, no trial and error.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4628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45720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998983"/>
            <a:ext cx="16484603" cy="7523483"/>
            <a:chOff x="0" y="0"/>
            <a:chExt cx="21979471" cy="10031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9997440"/>
            </a:xfrm>
            <a:custGeom>
              <a:avLst/>
              <a:gdLst/>
              <a:ahLst/>
              <a:cxnLst/>
              <a:rect r="r" b="b" t="t" l="l"/>
              <a:pathLst>
                <a:path h="999744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0014331"/>
                  </a:lnTo>
                  <a:cubicBezTo>
                    <a:pt x="21979382" y="10023729"/>
                    <a:pt x="21971763" y="10031222"/>
                    <a:pt x="21962490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21962490" y="9997440"/>
                  </a:lnTo>
                  <a:lnTo>
                    <a:pt x="21962490" y="10014331"/>
                  </a:lnTo>
                  <a:lnTo>
                    <a:pt x="21945600" y="1001433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1703" y="1998983"/>
            <a:ext cx="16484603" cy="135131"/>
            <a:chOff x="0" y="0"/>
            <a:chExt cx="21979471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1945599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9382" cy="180088"/>
            </a:xfrm>
            <a:custGeom>
              <a:avLst/>
              <a:gdLst/>
              <a:ahLst/>
              <a:cxnLst/>
              <a:rect r="r" b="b" t="t" l="l"/>
              <a:pathLst>
                <a:path h="180088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63195"/>
                  </a:lnTo>
                  <a:cubicBezTo>
                    <a:pt x="21979382" y="172593"/>
                    <a:pt x="21971763" y="180086"/>
                    <a:pt x="219624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1962490" y="146304"/>
                  </a:lnTo>
                  <a:lnTo>
                    <a:pt x="21962490" y="163195"/>
                  </a:lnTo>
                  <a:lnTo>
                    <a:pt x="21945600" y="163195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691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28039" y="2696745"/>
            <a:ext cx="6589795" cy="583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893" indent="-292447" lvl="1">
              <a:lnSpc>
                <a:spcPts val="3250"/>
              </a:lnSpc>
              <a:buFont typeface="Arial"/>
              <a:buChar char="•"/>
            </a:pPr>
            <a:r>
              <a:rPr lang="en-US" b="true" sz="270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 type your equations — the program reads each one and understands the numbers and unknowns inside it</a:t>
            </a:r>
          </a:p>
          <a:p>
            <a:pPr algn="l" marL="584893" indent="-292447" lvl="1">
              <a:lnSpc>
                <a:spcPts val="3250"/>
              </a:lnSpc>
              <a:buFont typeface="Arial"/>
              <a:buChar char="•"/>
            </a:pPr>
            <a:r>
              <a:rPr lang="en-US" b="true" sz="270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builds a picture of the problem — all the equations together form a structure the program can work with mathematically</a:t>
            </a:r>
          </a:p>
          <a:p>
            <a:pPr algn="l" marL="584893" indent="-292447" lvl="1">
              <a:lnSpc>
                <a:spcPts val="3250"/>
              </a:lnSpc>
              <a:buFont typeface="Arial"/>
              <a:buChar char="•"/>
            </a:pPr>
            <a:r>
              <a:rPr lang="en-US" b="true" sz="270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applies a solving method </a:t>
            </a:r>
          </a:p>
          <a:p>
            <a:pPr algn="l" marL="584893" indent="-292447" lvl="1">
              <a:lnSpc>
                <a:spcPts val="3250"/>
              </a:lnSpc>
              <a:buFont typeface="Arial"/>
              <a:buChar char="•"/>
            </a:pPr>
            <a:r>
              <a:rPr lang="en-US" b="true" sz="270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checks its own answer — if the equations contradict each other, it catches that and tells you there's no solution</a:t>
            </a:r>
          </a:p>
          <a:p>
            <a:pPr algn="l" marL="584893" indent="-292447" lvl="1">
              <a:lnSpc>
                <a:spcPts val="3250"/>
              </a:lnSpc>
              <a:buFont typeface="Arial"/>
              <a:buChar char="•"/>
            </a:pPr>
            <a:r>
              <a:rPr lang="en-US" b="true" sz="270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prints the results — each unknown and its value, clearly, one per line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020891" y="2947294"/>
            <a:ext cx="6680673" cy="5586713"/>
          </a:xfrm>
          <a:custGeom>
            <a:avLst/>
            <a:gdLst/>
            <a:ahLst/>
            <a:cxnLst/>
            <a:rect r="r" b="b" t="t" l="l"/>
            <a:pathLst>
              <a:path h="5586713" w="6680673">
                <a:moveTo>
                  <a:pt x="0" y="0"/>
                </a:moveTo>
                <a:lnTo>
                  <a:pt x="6680673" y="0"/>
                </a:lnTo>
                <a:lnTo>
                  <a:pt x="6680673" y="5586713"/>
                </a:lnTo>
                <a:lnTo>
                  <a:pt x="0" y="5586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4628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45720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YOU USE 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3223" y="2273303"/>
            <a:ext cx="98555" cy="6700523"/>
            <a:chOff x="0" y="0"/>
            <a:chExt cx="131407" cy="8934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97536" cy="8900160"/>
            </a:xfrm>
            <a:custGeom>
              <a:avLst/>
              <a:gdLst/>
              <a:ahLst/>
              <a:cxnLst/>
              <a:rect r="r" b="b" t="t" l="l"/>
              <a:pathLst>
                <a:path h="8900160" w="97536">
                  <a:moveTo>
                    <a:pt x="0" y="0"/>
                  </a:moveTo>
                  <a:lnTo>
                    <a:pt x="97536" y="0"/>
                  </a:lnTo>
                  <a:lnTo>
                    <a:pt x="97536" y="8900160"/>
                  </a:lnTo>
                  <a:lnTo>
                    <a:pt x="0" y="8900160"/>
                  </a:ln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8" cy="8933942"/>
            </a:xfrm>
            <a:custGeom>
              <a:avLst/>
              <a:gdLst/>
              <a:ahLst/>
              <a:cxnLst/>
              <a:rect r="r" b="b" t="t" l="l"/>
              <a:pathLst>
                <a:path h="893394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8917051"/>
                  </a:lnTo>
                  <a:cubicBezTo>
                    <a:pt x="131318" y="8926449"/>
                    <a:pt x="123698" y="8933942"/>
                    <a:pt x="114427" y="8933942"/>
                  </a:cubicBezTo>
                  <a:lnTo>
                    <a:pt x="16891" y="8933942"/>
                  </a:lnTo>
                  <a:cubicBezTo>
                    <a:pt x="7493" y="8933942"/>
                    <a:pt x="0" y="8926322"/>
                    <a:pt x="0" y="8917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17051"/>
                  </a:lnTo>
                  <a:lnTo>
                    <a:pt x="16891" y="8917051"/>
                  </a:lnTo>
                  <a:lnTo>
                    <a:pt x="16891" y="8900160"/>
                  </a:lnTo>
                  <a:lnTo>
                    <a:pt x="114427" y="8900160"/>
                  </a:lnTo>
                  <a:lnTo>
                    <a:pt x="114427" y="8917051"/>
                  </a:lnTo>
                  <a:lnTo>
                    <a:pt x="97536" y="891705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7735" y="2255015"/>
            <a:ext cx="976379" cy="976379"/>
            <a:chOff x="0" y="0"/>
            <a:chExt cx="1301839" cy="1301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0432" y="2267712"/>
            <a:ext cx="950976" cy="950976"/>
            <a:chOff x="0" y="0"/>
            <a:chExt cx="1267968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6796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A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01319" y="2145287"/>
            <a:ext cx="15204443" cy="1488443"/>
            <a:chOff x="0" y="0"/>
            <a:chExt cx="20272591" cy="19845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023871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238719">
                  <a:moveTo>
                    <a:pt x="0" y="0"/>
                  </a:moveTo>
                  <a:lnTo>
                    <a:pt x="20238719" y="0"/>
                  </a:lnTo>
                  <a:lnTo>
                    <a:pt x="2023871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72502" cy="1984502"/>
            </a:xfrm>
            <a:custGeom>
              <a:avLst/>
              <a:gdLst/>
              <a:ahLst/>
              <a:cxnLst/>
              <a:rect r="r" b="b" t="t" l="l"/>
              <a:pathLst>
                <a:path h="1984502" w="20272502">
                  <a:moveTo>
                    <a:pt x="16891" y="0"/>
                  </a:moveTo>
                  <a:lnTo>
                    <a:pt x="20255610" y="0"/>
                  </a:lnTo>
                  <a:cubicBezTo>
                    <a:pt x="20265008" y="0"/>
                    <a:pt x="20272502" y="7620"/>
                    <a:pt x="20272502" y="16891"/>
                  </a:cubicBezTo>
                  <a:lnTo>
                    <a:pt x="20272502" y="1967611"/>
                  </a:lnTo>
                  <a:cubicBezTo>
                    <a:pt x="20272502" y="1977009"/>
                    <a:pt x="20264882" y="1984502"/>
                    <a:pt x="20255610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0255610" y="1950720"/>
                  </a:lnTo>
                  <a:lnTo>
                    <a:pt x="20255610" y="1967611"/>
                  </a:lnTo>
                  <a:lnTo>
                    <a:pt x="20238720" y="1967611"/>
                  </a:lnTo>
                  <a:lnTo>
                    <a:pt x="20238720" y="16891"/>
                  </a:lnTo>
                  <a:lnTo>
                    <a:pt x="20255610" y="16891"/>
                  </a:lnTo>
                  <a:lnTo>
                    <a:pt x="20255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779776" y="2267712"/>
            <a:ext cx="14447520" cy="548640"/>
            <a:chOff x="0" y="0"/>
            <a:chExt cx="192633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Tell it how many unknowns you have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79776" y="2889504"/>
            <a:ext cx="14447520" cy="585216"/>
            <a:chOff x="0" y="0"/>
            <a:chExt cx="1926336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263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036" r="0" b="-4310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2633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 a single number — for example, 3 means three unknowns and three equations.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7735" y="4010663"/>
            <a:ext cx="976379" cy="976379"/>
            <a:chOff x="0" y="0"/>
            <a:chExt cx="1301839" cy="13018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70432" y="4023360"/>
            <a:ext cx="950976" cy="950976"/>
            <a:chOff x="0" y="0"/>
            <a:chExt cx="1267968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26796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A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401319" y="3900935"/>
            <a:ext cx="15204443" cy="1488443"/>
            <a:chOff x="0" y="0"/>
            <a:chExt cx="20272591" cy="19845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023871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238719">
                  <a:moveTo>
                    <a:pt x="0" y="0"/>
                  </a:moveTo>
                  <a:lnTo>
                    <a:pt x="20238719" y="0"/>
                  </a:lnTo>
                  <a:lnTo>
                    <a:pt x="2023871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72502" cy="1984502"/>
            </a:xfrm>
            <a:custGeom>
              <a:avLst/>
              <a:gdLst/>
              <a:ahLst/>
              <a:cxnLst/>
              <a:rect r="r" b="b" t="t" l="l"/>
              <a:pathLst>
                <a:path h="1984502" w="20272502">
                  <a:moveTo>
                    <a:pt x="16891" y="0"/>
                  </a:moveTo>
                  <a:lnTo>
                    <a:pt x="20255610" y="0"/>
                  </a:lnTo>
                  <a:cubicBezTo>
                    <a:pt x="20265008" y="0"/>
                    <a:pt x="20272502" y="7620"/>
                    <a:pt x="20272502" y="16891"/>
                  </a:cubicBezTo>
                  <a:lnTo>
                    <a:pt x="20272502" y="1967611"/>
                  </a:lnTo>
                  <a:cubicBezTo>
                    <a:pt x="20272502" y="1977009"/>
                    <a:pt x="20264882" y="1984502"/>
                    <a:pt x="20255610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0255610" y="1950720"/>
                  </a:lnTo>
                  <a:lnTo>
                    <a:pt x="20255610" y="1967611"/>
                  </a:lnTo>
                  <a:lnTo>
                    <a:pt x="20238720" y="1967611"/>
                  </a:lnTo>
                  <a:lnTo>
                    <a:pt x="20238720" y="16891"/>
                  </a:lnTo>
                  <a:lnTo>
                    <a:pt x="20255610" y="16891"/>
                  </a:lnTo>
                  <a:lnTo>
                    <a:pt x="20255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779776" y="4023360"/>
            <a:ext cx="14447520" cy="548640"/>
            <a:chOff x="0" y="0"/>
            <a:chExt cx="192633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 in each equation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779776" y="4645152"/>
            <a:ext cx="14447520" cy="585216"/>
            <a:chOff x="0" y="0"/>
            <a:chExt cx="1926336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263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036" r="0" b="-43103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2633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per line. The program reads them and stores everything it needs.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7735" y="5766311"/>
            <a:ext cx="976379" cy="976379"/>
            <a:chOff x="0" y="0"/>
            <a:chExt cx="1301839" cy="13018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70432" y="5779008"/>
            <a:ext cx="950976" cy="950976"/>
            <a:chOff x="0" y="0"/>
            <a:chExt cx="1267968" cy="12679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26796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A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401319" y="5656583"/>
            <a:ext cx="15204443" cy="1488443"/>
            <a:chOff x="0" y="0"/>
            <a:chExt cx="20272591" cy="19845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023871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238719">
                  <a:moveTo>
                    <a:pt x="0" y="0"/>
                  </a:moveTo>
                  <a:lnTo>
                    <a:pt x="20238719" y="0"/>
                  </a:lnTo>
                  <a:lnTo>
                    <a:pt x="2023871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272502" cy="1984502"/>
            </a:xfrm>
            <a:custGeom>
              <a:avLst/>
              <a:gdLst/>
              <a:ahLst/>
              <a:cxnLst/>
              <a:rect r="r" b="b" t="t" l="l"/>
              <a:pathLst>
                <a:path h="1984502" w="20272502">
                  <a:moveTo>
                    <a:pt x="16891" y="0"/>
                  </a:moveTo>
                  <a:lnTo>
                    <a:pt x="20255610" y="0"/>
                  </a:lnTo>
                  <a:cubicBezTo>
                    <a:pt x="20265008" y="0"/>
                    <a:pt x="20272502" y="7620"/>
                    <a:pt x="20272502" y="16891"/>
                  </a:cubicBezTo>
                  <a:lnTo>
                    <a:pt x="20272502" y="1967611"/>
                  </a:lnTo>
                  <a:cubicBezTo>
                    <a:pt x="20272502" y="1977009"/>
                    <a:pt x="20264882" y="1984502"/>
                    <a:pt x="20255610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0255610" y="1950720"/>
                  </a:lnTo>
                  <a:lnTo>
                    <a:pt x="20255610" y="1967611"/>
                  </a:lnTo>
                  <a:lnTo>
                    <a:pt x="20238720" y="1967611"/>
                  </a:lnTo>
                  <a:lnTo>
                    <a:pt x="20238720" y="16891"/>
                  </a:lnTo>
                  <a:lnTo>
                    <a:pt x="20255610" y="16891"/>
                  </a:lnTo>
                  <a:lnTo>
                    <a:pt x="20255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779776" y="5779008"/>
            <a:ext cx="14447520" cy="548640"/>
            <a:chOff x="0" y="0"/>
            <a:chExt cx="1926336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Ask it to solve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779776" y="6400800"/>
            <a:ext cx="14447520" cy="585216"/>
            <a:chOff x="0" y="0"/>
            <a:chExt cx="1926336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263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036" r="0" b="-4310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92633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  solve  and hit enter. The answers appear immediately, one per line.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57735" y="7521959"/>
            <a:ext cx="976379" cy="976379"/>
            <a:chOff x="0" y="0"/>
            <a:chExt cx="1301839" cy="130183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70432" y="7534656"/>
            <a:ext cx="950976" cy="950976"/>
            <a:chOff x="0" y="0"/>
            <a:chExt cx="1267968" cy="12679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267968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A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401319" y="7412231"/>
            <a:ext cx="15204443" cy="1488443"/>
            <a:chOff x="0" y="0"/>
            <a:chExt cx="20272591" cy="19845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023871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238719">
                  <a:moveTo>
                    <a:pt x="0" y="0"/>
                  </a:moveTo>
                  <a:lnTo>
                    <a:pt x="20238719" y="0"/>
                  </a:lnTo>
                  <a:lnTo>
                    <a:pt x="2023871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272502" cy="1984502"/>
            </a:xfrm>
            <a:custGeom>
              <a:avLst/>
              <a:gdLst/>
              <a:ahLst/>
              <a:cxnLst/>
              <a:rect r="r" b="b" t="t" l="l"/>
              <a:pathLst>
                <a:path h="1984502" w="20272502">
                  <a:moveTo>
                    <a:pt x="16891" y="0"/>
                  </a:moveTo>
                  <a:lnTo>
                    <a:pt x="20255610" y="0"/>
                  </a:lnTo>
                  <a:cubicBezTo>
                    <a:pt x="20265008" y="0"/>
                    <a:pt x="20272502" y="7620"/>
                    <a:pt x="20272502" y="16891"/>
                  </a:cubicBezTo>
                  <a:lnTo>
                    <a:pt x="20272502" y="1967611"/>
                  </a:lnTo>
                  <a:cubicBezTo>
                    <a:pt x="20272502" y="1977009"/>
                    <a:pt x="20264882" y="1984502"/>
                    <a:pt x="20255610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0255610" y="1950720"/>
                  </a:lnTo>
                  <a:lnTo>
                    <a:pt x="20255610" y="1967611"/>
                  </a:lnTo>
                  <a:lnTo>
                    <a:pt x="20238720" y="1967611"/>
                  </a:lnTo>
                  <a:lnTo>
                    <a:pt x="20238720" y="16891"/>
                  </a:lnTo>
                  <a:lnTo>
                    <a:pt x="20255610" y="16891"/>
                  </a:lnTo>
                  <a:lnTo>
                    <a:pt x="20255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779776" y="7534656"/>
            <a:ext cx="14447520" cy="548640"/>
            <a:chOff x="0" y="0"/>
            <a:chExt cx="1926336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779776" y="8156448"/>
            <a:ext cx="14447520" cy="585216"/>
            <a:chOff x="0" y="0"/>
            <a:chExt cx="1926336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263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036" r="0" b="-43103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92633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unknown is shown clearly. Type  quit  whenever you are finished.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4628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45720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IS IT FOR?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0263" y="2090423"/>
            <a:ext cx="8346443" cy="3500123"/>
            <a:chOff x="0" y="0"/>
            <a:chExt cx="11128591" cy="4666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4666742"/>
            </a:xfrm>
            <a:custGeom>
              <a:avLst/>
              <a:gdLst/>
              <a:ahLst/>
              <a:cxnLst/>
              <a:rect r="r" b="b" t="t" l="l"/>
              <a:pathLst>
                <a:path h="46667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649851"/>
                  </a:lnTo>
                  <a:cubicBezTo>
                    <a:pt x="11128501" y="4659249"/>
                    <a:pt x="11120882" y="4666742"/>
                    <a:pt x="111116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1111611" y="4632960"/>
                  </a:lnTo>
                  <a:lnTo>
                    <a:pt x="11111611" y="4649851"/>
                  </a:lnTo>
                  <a:lnTo>
                    <a:pt x="11094720" y="46498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0263" y="2090423"/>
            <a:ext cx="8346443" cy="153419"/>
            <a:chOff x="0" y="0"/>
            <a:chExt cx="1112859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094720" cy="170688"/>
            </a:xfrm>
            <a:custGeom>
              <a:avLst/>
              <a:gdLst/>
              <a:ahLst/>
              <a:cxnLst/>
              <a:rect r="r" b="b" t="t" l="l"/>
              <a:pathLst>
                <a:path h="1706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28501" cy="204472"/>
            </a:xfrm>
            <a:custGeom>
              <a:avLst/>
              <a:gdLst/>
              <a:ahLst/>
              <a:cxnLst/>
              <a:rect r="r" b="b" t="t" l="l"/>
              <a:pathLst>
                <a:path h="2044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87579"/>
                  </a:lnTo>
                  <a:cubicBezTo>
                    <a:pt x="11128501" y="196977"/>
                    <a:pt x="11120882" y="204470"/>
                    <a:pt x="111116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111611" y="170688"/>
                  </a:lnTo>
                  <a:lnTo>
                    <a:pt x="11111611" y="187579"/>
                  </a:lnTo>
                  <a:lnTo>
                    <a:pt x="11094720" y="1875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2377440"/>
            <a:ext cx="7498080" cy="694944"/>
            <a:chOff x="0" y="0"/>
            <a:chExt cx="999744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3200400"/>
            <a:ext cx="7589520" cy="2103120"/>
            <a:chOff x="0" y="0"/>
            <a:chExt cx="10119360" cy="2804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19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15" r="0" b="-2031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11936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Anyone studying maths, physics, or engineering who needs reliable answers to equation systems — and wants to check their own working.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88503" y="2090423"/>
            <a:ext cx="8346443" cy="3500123"/>
            <a:chOff x="0" y="0"/>
            <a:chExt cx="11128591" cy="46668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28501" cy="4666742"/>
            </a:xfrm>
            <a:custGeom>
              <a:avLst/>
              <a:gdLst/>
              <a:ahLst/>
              <a:cxnLst/>
              <a:rect r="r" b="b" t="t" l="l"/>
              <a:pathLst>
                <a:path h="46667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649851"/>
                  </a:lnTo>
                  <a:cubicBezTo>
                    <a:pt x="11128501" y="4659249"/>
                    <a:pt x="11120882" y="4666742"/>
                    <a:pt x="111116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1111611" y="4632960"/>
                  </a:lnTo>
                  <a:lnTo>
                    <a:pt x="11111611" y="4649851"/>
                  </a:lnTo>
                  <a:lnTo>
                    <a:pt x="11094720" y="46498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88503" y="2090423"/>
            <a:ext cx="8346443" cy="153419"/>
            <a:chOff x="0" y="0"/>
            <a:chExt cx="11128591" cy="204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094720" cy="170688"/>
            </a:xfrm>
            <a:custGeom>
              <a:avLst/>
              <a:gdLst/>
              <a:ahLst/>
              <a:cxnLst/>
              <a:rect r="r" b="b" t="t" l="l"/>
              <a:pathLst>
                <a:path h="1706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28501" cy="204472"/>
            </a:xfrm>
            <a:custGeom>
              <a:avLst/>
              <a:gdLst/>
              <a:ahLst/>
              <a:cxnLst/>
              <a:rect r="r" b="b" t="t" l="l"/>
              <a:pathLst>
                <a:path h="2044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87579"/>
                  </a:lnTo>
                  <a:cubicBezTo>
                    <a:pt x="11128501" y="196977"/>
                    <a:pt x="11120882" y="204470"/>
                    <a:pt x="111116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111611" y="170688"/>
                  </a:lnTo>
                  <a:lnTo>
                    <a:pt x="11111611" y="187579"/>
                  </a:lnTo>
                  <a:lnTo>
                    <a:pt x="11094720" y="1875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966960" y="2377440"/>
            <a:ext cx="7498080" cy="694944"/>
            <a:chOff x="0" y="0"/>
            <a:chExt cx="999744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TEACHERS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66960" y="3200400"/>
            <a:ext cx="7589520" cy="2103120"/>
            <a:chOff x="0" y="0"/>
            <a:chExt cx="10119360" cy="2804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19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15" r="0" b="-2031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11936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Demonstrate how systems of equations are solved step by step, right in front of the class, with immediate and accurate results.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0263" y="5930903"/>
            <a:ext cx="8346443" cy="3500123"/>
            <a:chOff x="0" y="0"/>
            <a:chExt cx="11128591" cy="46668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28501" cy="4666742"/>
            </a:xfrm>
            <a:custGeom>
              <a:avLst/>
              <a:gdLst/>
              <a:ahLst/>
              <a:cxnLst/>
              <a:rect r="r" b="b" t="t" l="l"/>
              <a:pathLst>
                <a:path h="46667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649851"/>
                  </a:lnTo>
                  <a:cubicBezTo>
                    <a:pt x="11128501" y="4659249"/>
                    <a:pt x="11120882" y="4666742"/>
                    <a:pt x="111116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1111611" y="4632960"/>
                  </a:lnTo>
                  <a:lnTo>
                    <a:pt x="11111611" y="4649851"/>
                  </a:lnTo>
                  <a:lnTo>
                    <a:pt x="11094720" y="46498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10263" y="5930903"/>
            <a:ext cx="8346443" cy="153419"/>
            <a:chOff x="0" y="0"/>
            <a:chExt cx="11128591" cy="2045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094720" cy="170688"/>
            </a:xfrm>
            <a:custGeom>
              <a:avLst/>
              <a:gdLst/>
              <a:ahLst/>
              <a:cxnLst/>
              <a:rect r="r" b="b" t="t" l="l"/>
              <a:pathLst>
                <a:path h="1706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28501" cy="204472"/>
            </a:xfrm>
            <a:custGeom>
              <a:avLst/>
              <a:gdLst/>
              <a:ahLst/>
              <a:cxnLst/>
              <a:rect r="r" b="b" t="t" l="l"/>
              <a:pathLst>
                <a:path h="2044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87579"/>
                  </a:lnTo>
                  <a:cubicBezTo>
                    <a:pt x="11128501" y="196977"/>
                    <a:pt x="11120882" y="204470"/>
                    <a:pt x="111116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111611" y="170688"/>
                  </a:lnTo>
                  <a:lnTo>
                    <a:pt x="11111611" y="187579"/>
                  </a:lnTo>
                  <a:lnTo>
                    <a:pt x="11094720" y="1875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6217920"/>
            <a:ext cx="7498080" cy="694944"/>
            <a:chOff x="0" y="0"/>
            <a:chExt cx="999744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720" y="7040880"/>
            <a:ext cx="7589520" cy="2103120"/>
            <a:chOff x="0" y="0"/>
            <a:chExt cx="10119360" cy="2804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19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15" r="0" b="-2031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11936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hands-on example of how a C++ program can parse user input, build data structures, and apply numerical algorithms.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88503" y="5930903"/>
            <a:ext cx="8346443" cy="3500123"/>
            <a:chOff x="0" y="0"/>
            <a:chExt cx="11128591" cy="46668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128501" cy="4666742"/>
            </a:xfrm>
            <a:custGeom>
              <a:avLst/>
              <a:gdLst/>
              <a:ahLst/>
              <a:cxnLst/>
              <a:rect r="r" b="b" t="t" l="l"/>
              <a:pathLst>
                <a:path h="46667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649851"/>
                  </a:lnTo>
                  <a:cubicBezTo>
                    <a:pt x="11128501" y="4659249"/>
                    <a:pt x="11120882" y="4666742"/>
                    <a:pt x="111116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1111611" y="4632960"/>
                  </a:lnTo>
                  <a:lnTo>
                    <a:pt x="11111611" y="4649851"/>
                  </a:lnTo>
                  <a:lnTo>
                    <a:pt x="11094720" y="46498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588503" y="5930903"/>
            <a:ext cx="8346443" cy="153419"/>
            <a:chOff x="0" y="0"/>
            <a:chExt cx="11128591" cy="2045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094720" cy="170688"/>
            </a:xfrm>
            <a:custGeom>
              <a:avLst/>
              <a:gdLst/>
              <a:ahLst/>
              <a:cxnLst/>
              <a:rect r="r" b="b" t="t" l="l"/>
              <a:pathLst>
                <a:path h="1706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128501" cy="204472"/>
            </a:xfrm>
            <a:custGeom>
              <a:avLst/>
              <a:gdLst/>
              <a:ahLst/>
              <a:cxnLst/>
              <a:rect r="r" b="b" t="t" l="l"/>
              <a:pathLst>
                <a:path h="2044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87579"/>
                  </a:lnTo>
                  <a:cubicBezTo>
                    <a:pt x="11128501" y="196977"/>
                    <a:pt x="11120882" y="204470"/>
                    <a:pt x="111116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111611" y="170688"/>
                  </a:lnTo>
                  <a:lnTo>
                    <a:pt x="11111611" y="187579"/>
                  </a:lnTo>
                  <a:lnTo>
                    <a:pt x="11094720" y="1875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966960" y="6217920"/>
            <a:ext cx="7498080" cy="694944"/>
            <a:chOff x="0" y="0"/>
            <a:chExt cx="999744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ANYONE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66960" y="7040880"/>
            <a:ext cx="7589520" cy="2103120"/>
            <a:chOff x="0" y="0"/>
            <a:chExt cx="10119360" cy="2804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19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15" r="0" b="-2031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11936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you have a problem with multiple unknowns and a set of rules connecting them, this tool finds the answers — no maths degree required.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4628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45720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 WAYS TO GET YOUR ANSWER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609344"/>
            <a:ext cx="16459200" cy="640080"/>
            <a:chOff x="0" y="0"/>
            <a:chExt cx="219456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8892A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program gives you full control over how you want to solve.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8823" y="2511047"/>
            <a:ext cx="5420363" cy="6974843"/>
            <a:chOff x="0" y="0"/>
            <a:chExt cx="7227151" cy="9299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193281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706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282811"/>
                  </a:lnTo>
                  <a:cubicBezTo>
                    <a:pt x="7227062" y="9292209"/>
                    <a:pt x="7219442" y="9299701"/>
                    <a:pt x="7210172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210172" y="9265920"/>
                  </a:lnTo>
                  <a:lnTo>
                    <a:pt x="7210172" y="9282811"/>
                  </a:lnTo>
                  <a:lnTo>
                    <a:pt x="7193280" y="9282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18823" y="2511047"/>
            <a:ext cx="5420363" cy="153419"/>
            <a:chOff x="0" y="0"/>
            <a:chExt cx="7227151" cy="204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30503" y="2821943"/>
            <a:ext cx="1397003" cy="1397003"/>
            <a:chOff x="0" y="0"/>
            <a:chExt cx="1862671" cy="18626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2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62582">
                  <a:moveTo>
                    <a:pt x="0" y="931291"/>
                  </a:moveTo>
                  <a:cubicBezTo>
                    <a:pt x="0" y="416941"/>
                    <a:pt x="416941" y="0"/>
                    <a:pt x="931291" y="0"/>
                  </a:cubicBezTo>
                  <a:lnTo>
                    <a:pt x="931291" y="16891"/>
                  </a:lnTo>
                  <a:lnTo>
                    <a:pt x="931291" y="0"/>
                  </a:lnTo>
                  <a:cubicBezTo>
                    <a:pt x="1445641" y="0"/>
                    <a:pt x="1862582" y="416941"/>
                    <a:pt x="1862582" y="931291"/>
                  </a:cubicBezTo>
                  <a:cubicBezTo>
                    <a:pt x="1862582" y="1445641"/>
                    <a:pt x="1445641" y="1862582"/>
                    <a:pt x="931291" y="1862582"/>
                  </a:cubicBezTo>
                  <a:lnTo>
                    <a:pt x="931291" y="1845691"/>
                  </a:lnTo>
                  <a:lnTo>
                    <a:pt x="931291" y="1862582"/>
                  </a:lnTo>
                  <a:cubicBezTo>
                    <a:pt x="416941" y="1862709"/>
                    <a:pt x="0" y="1445641"/>
                    <a:pt x="0" y="931291"/>
                  </a:cubicBezTo>
                  <a:lnTo>
                    <a:pt x="16891" y="931291"/>
                  </a:lnTo>
                  <a:lnTo>
                    <a:pt x="27432" y="944626"/>
                  </a:lnTo>
                  <a:cubicBezTo>
                    <a:pt x="22352" y="948690"/>
                    <a:pt x="15367" y="949452"/>
                    <a:pt x="9525" y="946531"/>
                  </a:cubicBezTo>
                  <a:cubicBezTo>
                    <a:pt x="3683" y="943610"/>
                    <a:pt x="0" y="937768"/>
                    <a:pt x="0" y="931291"/>
                  </a:cubicBezTo>
                  <a:moveTo>
                    <a:pt x="33909" y="931291"/>
                  </a:moveTo>
                  <a:lnTo>
                    <a:pt x="16891" y="931291"/>
                  </a:lnTo>
                  <a:lnTo>
                    <a:pt x="6477" y="918083"/>
                  </a:lnTo>
                  <a:cubicBezTo>
                    <a:pt x="11557" y="914019"/>
                    <a:pt x="18542" y="913257"/>
                    <a:pt x="24384" y="916178"/>
                  </a:cubicBezTo>
                  <a:cubicBezTo>
                    <a:pt x="30226" y="919099"/>
                    <a:pt x="33909" y="924941"/>
                    <a:pt x="33909" y="931418"/>
                  </a:cubicBezTo>
                  <a:cubicBezTo>
                    <a:pt x="33909" y="1426972"/>
                    <a:pt x="435737" y="1828800"/>
                    <a:pt x="931291" y="1828800"/>
                  </a:cubicBezTo>
                  <a:cubicBezTo>
                    <a:pt x="1426972" y="1828800"/>
                    <a:pt x="1828800" y="1426972"/>
                    <a:pt x="1828800" y="931291"/>
                  </a:cubicBezTo>
                  <a:lnTo>
                    <a:pt x="1845691" y="931291"/>
                  </a:lnTo>
                  <a:lnTo>
                    <a:pt x="1828800" y="931291"/>
                  </a:lnTo>
                  <a:cubicBezTo>
                    <a:pt x="1828800" y="435610"/>
                    <a:pt x="1426972" y="33782"/>
                    <a:pt x="931291" y="33782"/>
                  </a:cubicBezTo>
                  <a:lnTo>
                    <a:pt x="931291" y="16891"/>
                  </a:lnTo>
                  <a:lnTo>
                    <a:pt x="931291" y="33909"/>
                  </a:lnTo>
                  <a:cubicBezTo>
                    <a:pt x="435737" y="33909"/>
                    <a:pt x="33909" y="435737"/>
                    <a:pt x="33909" y="931291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743200" y="2834640"/>
            <a:ext cx="1371600" cy="1371600"/>
            <a:chOff x="0" y="0"/>
            <a:chExt cx="182880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828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A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0976" y="4480560"/>
            <a:ext cx="4937760" cy="731520"/>
            <a:chOff x="0" y="0"/>
            <a:chExt cx="658368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by Step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0976" y="5266944"/>
            <a:ext cx="4937760" cy="822960"/>
            <a:chOff x="0" y="0"/>
            <a:chExt cx="65836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5836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D4A01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See every move, just like a teacher on a whiteboard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5840" y="6181344"/>
            <a:ext cx="4846320" cy="3017520"/>
            <a:chOff x="0" y="0"/>
            <a:chExt cx="6461760" cy="4023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617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87" t="0" r="-2988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461760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equations together, subtract one from another, or substitute a variable out. Every intermediate result is shown so you can follow — and learn — exactly what is happening.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24679" y="2511047"/>
            <a:ext cx="5420363" cy="6974843"/>
            <a:chOff x="0" y="0"/>
            <a:chExt cx="7227151" cy="9299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193281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2706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282811"/>
                  </a:lnTo>
                  <a:cubicBezTo>
                    <a:pt x="7227062" y="9292209"/>
                    <a:pt x="7219442" y="9299701"/>
                    <a:pt x="7210172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210172" y="9265920"/>
                  </a:lnTo>
                  <a:lnTo>
                    <a:pt x="7210172" y="9282811"/>
                  </a:lnTo>
                  <a:lnTo>
                    <a:pt x="7193280" y="9282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24679" y="2511047"/>
            <a:ext cx="5420363" cy="153419"/>
            <a:chOff x="0" y="0"/>
            <a:chExt cx="7227151" cy="2045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436359" y="2821943"/>
            <a:ext cx="1397003" cy="1397003"/>
            <a:chOff x="0" y="0"/>
            <a:chExt cx="1862671" cy="18626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62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62582">
                  <a:moveTo>
                    <a:pt x="0" y="931291"/>
                  </a:moveTo>
                  <a:cubicBezTo>
                    <a:pt x="0" y="416941"/>
                    <a:pt x="416941" y="0"/>
                    <a:pt x="931291" y="0"/>
                  </a:cubicBezTo>
                  <a:lnTo>
                    <a:pt x="931291" y="16891"/>
                  </a:lnTo>
                  <a:lnTo>
                    <a:pt x="931291" y="0"/>
                  </a:lnTo>
                  <a:cubicBezTo>
                    <a:pt x="1445641" y="0"/>
                    <a:pt x="1862582" y="416941"/>
                    <a:pt x="1862582" y="931291"/>
                  </a:cubicBezTo>
                  <a:cubicBezTo>
                    <a:pt x="1862582" y="1445641"/>
                    <a:pt x="1445641" y="1862582"/>
                    <a:pt x="931291" y="1862582"/>
                  </a:cubicBezTo>
                  <a:lnTo>
                    <a:pt x="931291" y="1845691"/>
                  </a:lnTo>
                  <a:lnTo>
                    <a:pt x="931291" y="1862582"/>
                  </a:lnTo>
                  <a:cubicBezTo>
                    <a:pt x="416941" y="1862709"/>
                    <a:pt x="0" y="1445641"/>
                    <a:pt x="0" y="931291"/>
                  </a:cubicBezTo>
                  <a:lnTo>
                    <a:pt x="16891" y="931291"/>
                  </a:lnTo>
                  <a:lnTo>
                    <a:pt x="27432" y="944626"/>
                  </a:lnTo>
                  <a:cubicBezTo>
                    <a:pt x="22352" y="948690"/>
                    <a:pt x="15367" y="949452"/>
                    <a:pt x="9525" y="946531"/>
                  </a:cubicBezTo>
                  <a:cubicBezTo>
                    <a:pt x="3683" y="943610"/>
                    <a:pt x="0" y="937768"/>
                    <a:pt x="0" y="931291"/>
                  </a:cubicBezTo>
                  <a:moveTo>
                    <a:pt x="33909" y="931291"/>
                  </a:moveTo>
                  <a:lnTo>
                    <a:pt x="16891" y="931291"/>
                  </a:lnTo>
                  <a:lnTo>
                    <a:pt x="6477" y="918083"/>
                  </a:lnTo>
                  <a:cubicBezTo>
                    <a:pt x="11557" y="914019"/>
                    <a:pt x="18542" y="913257"/>
                    <a:pt x="24384" y="916178"/>
                  </a:cubicBezTo>
                  <a:cubicBezTo>
                    <a:pt x="30226" y="919099"/>
                    <a:pt x="33909" y="924941"/>
                    <a:pt x="33909" y="931418"/>
                  </a:cubicBezTo>
                  <a:cubicBezTo>
                    <a:pt x="33909" y="1426972"/>
                    <a:pt x="435737" y="1828800"/>
                    <a:pt x="931291" y="1828800"/>
                  </a:cubicBezTo>
                  <a:cubicBezTo>
                    <a:pt x="1426972" y="1828800"/>
                    <a:pt x="1828800" y="1426972"/>
                    <a:pt x="1828800" y="931291"/>
                  </a:cubicBezTo>
                  <a:lnTo>
                    <a:pt x="1845691" y="931291"/>
                  </a:lnTo>
                  <a:lnTo>
                    <a:pt x="1828800" y="931291"/>
                  </a:lnTo>
                  <a:cubicBezTo>
                    <a:pt x="1828800" y="435610"/>
                    <a:pt x="1426972" y="33782"/>
                    <a:pt x="931291" y="33782"/>
                  </a:cubicBezTo>
                  <a:lnTo>
                    <a:pt x="931291" y="16891"/>
                  </a:lnTo>
                  <a:lnTo>
                    <a:pt x="931291" y="33909"/>
                  </a:lnTo>
                  <a:cubicBezTo>
                    <a:pt x="435737" y="33909"/>
                    <a:pt x="33909" y="435737"/>
                    <a:pt x="33909" y="931291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449056" y="2834640"/>
            <a:ext cx="1371600" cy="1371600"/>
            <a:chOff x="0" y="0"/>
            <a:chExt cx="182880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1828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A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56832" y="4480560"/>
            <a:ext cx="4937760" cy="731520"/>
            <a:chOff x="0" y="0"/>
            <a:chExt cx="658368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Cramer's Rule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656832" y="5266944"/>
            <a:ext cx="4937760" cy="822960"/>
            <a:chOff x="0" y="0"/>
            <a:chExt cx="65836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5836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D4A01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classical formula — one calculation per unknown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11696" y="6181344"/>
            <a:ext cx="4846320" cy="3017520"/>
            <a:chOff x="0" y="0"/>
            <a:chExt cx="6461760" cy="4023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617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87" t="0" r="-298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461760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well-known mathematical method that computes each unknown directly using the structure of the equations. Fast, reliable, and works for any size system.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130535" y="2511047"/>
            <a:ext cx="5420363" cy="6974843"/>
            <a:chOff x="0" y="0"/>
            <a:chExt cx="7227151" cy="9299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193281" cy="9265920"/>
            </a:xfrm>
            <a:custGeom>
              <a:avLst/>
              <a:gdLst/>
              <a:ahLst/>
              <a:cxnLst/>
              <a:rect r="r" b="b" t="t" l="l"/>
              <a:pathLst>
                <a:path h="92659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2706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9282811"/>
                  </a:lnTo>
                  <a:cubicBezTo>
                    <a:pt x="7227062" y="9292209"/>
                    <a:pt x="7219442" y="9299701"/>
                    <a:pt x="7210172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210172" y="9265920"/>
                  </a:lnTo>
                  <a:lnTo>
                    <a:pt x="7210172" y="9282811"/>
                  </a:lnTo>
                  <a:lnTo>
                    <a:pt x="7193280" y="92828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130535" y="2511047"/>
            <a:ext cx="5420363" cy="153419"/>
            <a:chOff x="0" y="0"/>
            <a:chExt cx="7227151" cy="2045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193281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27062" cy="204472"/>
            </a:xfrm>
            <a:custGeom>
              <a:avLst/>
              <a:gdLst/>
              <a:ahLst/>
              <a:cxnLst/>
              <a:rect r="r" b="b" t="t" l="l"/>
              <a:pathLst>
                <a:path h="20447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87579"/>
                  </a:lnTo>
                  <a:cubicBezTo>
                    <a:pt x="7227062" y="196977"/>
                    <a:pt x="7219442" y="204470"/>
                    <a:pt x="72101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210172" y="170688"/>
                  </a:lnTo>
                  <a:lnTo>
                    <a:pt x="7210172" y="187579"/>
                  </a:lnTo>
                  <a:lnTo>
                    <a:pt x="7193280" y="18757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4142215" y="2821943"/>
            <a:ext cx="1397003" cy="1397003"/>
            <a:chOff x="0" y="0"/>
            <a:chExt cx="1862671" cy="18626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62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62582">
                  <a:moveTo>
                    <a:pt x="0" y="931291"/>
                  </a:moveTo>
                  <a:cubicBezTo>
                    <a:pt x="0" y="416941"/>
                    <a:pt x="416941" y="0"/>
                    <a:pt x="931291" y="0"/>
                  </a:cubicBezTo>
                  <a:lnTo>
                    <a:pt x="931291" y="16891"/>
                  </a:lnTo>
                  <a:lnTo>
                    <a:pt x="931291" y="0"/>
                  </a:lnTo>
                  <a:cubicBezTo>
                    <a:pt x="1445641" y="0"/>
                    <a:pt x="1862582" y="416941"/>
                    <a:pt x="1862582" y="931291"/>
                  </a:cubicBezTo>
                  <a:cubicBezTo>
                    <a:pt x="1862582" y="1445641"/>
                    <a:pt x="1445641" y="1862582"/>
                    <a:pt x="931291" y="1862582"/>
                  </a:cubicBezTo>
                  <a:lnTo>
                    <a:pt x="931291" y="1845691"/>
                  </a:lnTo>
                  <a:lnTo>
                    <a:pt x="931291" y="1862582"/>
                  </a:lnTo>
                  <a:cubicBezTo>
                    <a:pt x="416941" y="1862709"/>
                    <a:pt x="0" y="1445641"/>
                    <a:pt x="0" y="931291"/>
                  </a:cubicBezTo>
                  <a:lnTo>
                    <a:pt x="16891" y="931291"/>
                  </a:lnTo>
                  <a:lnTo>
                    <a:pt x="27432" y="944626"/>
                  </a:lnTo>
                  <a:cubicBezTo>
                    <a:pt x="22352" y="948690"/>
                    <a:pt x="15367" y="949452"/>
                    <a:pt x="9525" y="946531"/>
                  </a:cubicBezTo>
                  <a:cubicBezTo>
                    <a:pt x="3683" y="943610"/>
                    <a:pt x="0" y="937768"/>
                    <a:pt x="0" y="931291"/>
                  </a:cubicBezTo>
                  <a:moveTo>
                    <a:pt x="33909" y="931291"/>
                  </a:moveTo>
                  <a:lnTo>
                    <a:pt x="16891" y="931291"/>
                  </a:lnTo>
                  <a:lnTo>
                    <a:pt x="6477" y="918083"/>
                  </a:lnTo>
                  <a:cubicBezTo>
                    <a:pt x="11557" y="914019"/>
                    <a:pt x="18542" y="913257"/>
                    <a:pt x="24384" y="916178"/>
                  </a:cubicBezTo>
                  <a:cubicBezTo>
                    <a:pt x="30226" y="919099"/>
                    <a:pt x="33909" y="924941"/>
                    <a:pt x="33909" y="931418"/>
                  </a:cubicBezTo>
                  <a:cubicBezTo>
                    <a:pt x="33909" y="1426972"/>
                    <a:pt x="435737" y="1828800"/>
                    <a:pt x="931291" y="1828800"/>
                  </a:cubicBezTo>
                  <a:cubicBezTo>
                    <a:pt x="1426972" y="1828800"/>
                    <a:pt x="1828800" y="1426972"/>
                    <a:pt x="1828800" y="931291"/>
                  </a:cubicBezTo>
                  <a:lnTo>
                    <a:pt x="1845691" y="931291"/>
                  </a:lnTo>
                  <a:lnTo>
                    <a:pt x="1828800" y="931291"/>
                  </a:lnTo>
                  <a:cubicBezTo>
                    <a:pt x="1828800" y="435610"/>
                    <a:pt x="1426972" y="33782"/>
                    <a:pt x="931291" y="33782"/>
                  </a:cubicBezTo>
                  <a:lnTo>
                    <a:pt x="931291" y="16891"/>
                  </a:lnTo>
                  <a:lnTo>
                    <a:pt x="931291" y="33909"/>
                  </a:lnTo>
                  <a:cubicBezTo>
                    <a:pt x="435737" y="33909"/>
                    <a:pt x="33909" y="435737"/>
                    <a:pt x="33909" y="931291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154912" y="2834640"/>
            <a:ext cx="1371600" cy="1371600"/>
            <a:chOff x="0" y="0"/>
            <a:chExt cx="1828800" cy="1828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1828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A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62688" y="4480560"/>
            <a:ext cx="4937760" cy="731520"/>
            <a:chOff x="0" y="0"/>
            <a:chExt cx="6583680" cy="97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583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Instant Solve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362688" y="5266944"/>
            <a:ext cx="4937760" cy="822960"/>
            <a:chOff x="0" y="0"/>
            <a:chExt cx="658368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5836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D4A01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Just type solve and get all answers at once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417552" y="6181344"/>
            <a:ext cx="4846320" cy="3017520"/>
            <a:chOff x="0" y="0"/>
            <a:chExt cx="6461760" cy="4023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617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87" t="0" r="-2988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461760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quickest option. The program processes all equations together and prints every answer in one go. No steps shown — just the result, immediately.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4628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457200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MAKES IT USEFUL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998983"/>
            <a:ext cx="16667483" cy="1634747"/>
            <a:chOff x="0" y="0"/>
            <a:chExt cx="22223311" cy="2179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189439" cy="2145792"/>
            </a:xfrm>
            <a:custGeom>
              <a:avLst/>
              <a:gdLst/>
              <a:ahLst/>
              <a:cxnLst/>
              <a:rect r="r" b="b" t="t" l="l"/>
              <a:pathLst>
                <a:path h="21457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23222" cy="2179574"/>
            </a:xfrm>
            <a:custGeom>
              <a:avLst/>
              <a:gdLst/>
              <a:ahLst/>
              <a:cxnLst/>
              <a:rect r="r" b="b" t="t" l="l"/>
              <a:pathLst>
                <a:path h="2179574" w="2222322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2162683"/>
                  </a:lnTo>
                  <a:cubicBezTo>
                    <a:pt x="22223222" y="2172081"/>
                    <a:pt x="22215602" y="2179574"/>
                    <a:pt x="2220633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22206330" y="2145792"/>
                  </a:lnTo>
                  <a:lnTo>
                    <a:pt x="22206330" y="2162683"/>
                  </a:lnTo>
                  <a:lnTo>
                    <a:pt x="22189439" y="2162683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1703" y="1998983"/>
            <a:ext cx="153419" cy="1634747"/>
            <a:chOff x="0" y="0"/>
            <a:chExt cx="204559" cy="2179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67463" y="2328167"/>
            <a:ext cx="939803" cy="939803"/>
            <a:chOff x="0" y="0"/>
            <a:chExt cx="1253071" cy="1253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0160" y="2340864"/>
            <a:ext cx="914400" cy="914400"/>
            <a:chOff x="0" y="0"/>
            <a:chExt cx="121920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★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68880" y="2139696"/>
            <a:ext cx="14447520" cy="548640"/>
            <a:chOff x="0" y="0"/>
            <a:chExt cx="192633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9263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Works for any size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68880" y="2798064"/>
            <a:ext cx="14447520" cy="658368"/>
            <a:chOff x="0" y="0"/>
            <a:chExt cx="1926336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2633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588" r="0" b="-37758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2633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unknowns, five unknowns, ten — it scales automatically. You just change the number at the start.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3955799"/>
            <a:ext cx="16667483" cy="1634747"/>
            <a:chOff x="0" y="0"/>
            <a:chExt cx="22223311" cy="21796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2189439" cy="2145792"/>
            </a:xfrm>
            <a:custGeom>
              <a:avLst/>
              <a:gdLst/>
              <a:ahLst/>
              <a:cxnLst/>
              <a:rect r="r" b="b" t="t" l="l"/>
              <a:pathLst>
                <a:path h="21457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223222" cy="2179574"/>
            </a:xfrm>
            <a:custGeom>
              <a:avLst/>
              <a:gdLst/>
              <a:ahLst/>
              <a:cxnLst/>
              <a:rect r="r" b="b" t="t" l="l"/>
              <a:pathLst>
                <a:path h="2179574" w="2222322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2162683"/>
                  </a:lnTo>
                  <a:cubicBezTo>
                    <a:pt x="22223222" y="2172081"/>
                    <a:pt x="22215602" y="2179574"/>
                    <a:pt x="2220633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22206330" y="2145792"/>
                  </a:lnTo>
                  <a:lnTo>
                    <a:pt x="22206330" y="2162683"/>
                  </a:lnTo>
                  <a:lnTo>
                    <a:pt x="22189439" y="2162683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3955799"/>
            <a:ext cx="153419" cy="1634747"/>
            <a:chOff x="0" y="0"/>
            <a:chExt cx="204559" cy="21796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7463" y="4284983"/>
            <a:ext cx="939803" cy="939803"/>
            <a:chOff x="0" y="0"/>
            <a:chExt cx="1253071" cy="12530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80160" y="4297680"/>
            <a:ext cx="914400" cy="914400"/>
            <a:chOff x="0" y="0"/>
            <a:chExt cx="121920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★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68880" y="4096512"/>
            <a:ext cx="14447520" cy="548640"/>
            <a:chOff x="0" y="0"/>
            <a:chExt cx="192633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9263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math expertise needed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68880" y="4754880"/>
            <a:ext cx="14447520" cy="658368"/>
            <a:chOff x="0" y="0"/>
            <a:chExt cx="1926336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2633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588" r="0" b="-37758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92633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don't need to know the theory. Type in your equations in plain format and the program handles everything else.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1703" y="5912615"/>
            <a:ext cx="16667483" cy="1634747"/>
            <a:chOff x="0" y="0"/>
            <a:chExt cx="22223311" cy="21796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189439" cy="2145792"/>
            </a:xfrm>
            <a:custGeom>
              <a:avLst/>
              <a:gdLst/>
              <a:ahLst/>
              <a:cxnLst/>
              <a:rect r="r" b="b" t="t" l="l"/>
              <a:pathLst>
                <a:path h="21457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223222" cy="2179574"/>
            </a:xfrm>
            <a:custGeom>
              <a:avLst/>
              <a:gdLst/>
              <a:ahLst/>
              <a:cxnLst/>
              <a:rect r="r" b="b" t="t" l="l"/>
              <a:pathLst>
                <a:path h="2179574" w="2222322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2162683"/>
                  </a:lnTo>
                  <a:cubicBezTo>
                    <a:pt x="22223222" y="2172081"/>
                    <a:pt x="22215602" y="2179574"/>
                    <a:pt x="2220633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22206330" y="2145792"/>
                  </a:lnTo>
                  <a:lnTo>
                    <a:pt x="22206330" y="2162683"/>
                  </a:lnTo>
                  <a:lnTo>
                    <a:pt x="22189439" y="2162683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01703" y="5912615"/>
            <a:ext cx="153419" cy="1634747"/>
            <a:chOff x="0" y="0"/>
            <a:chExt cx="204559" cy="21796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67463" y="6241799"/>
            <a:ext cx="939803" cy="939803"/>
            <a:chOff x="0" y="0"/>
            <a:chExt cx="1253071" cy="12530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80160" y="6254496"/>
            <a:ext cx="914400" cy="914400"/>
            <a:chOff x="0" y="0"/>
            <a:chExt cx="121920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★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468880" y="6053328"/>
            <a:ext cx="14447520" cy="548640"/>
            <a:chOff x="0" y="0"/>
            <a:chExt cx="192633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9263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Instant or interactive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468880" y="6711696"/>
            <a:ext cx="14447520" cy="658368"/>
            <a:chOff x="0" y="0"/>
            <a:chExt cx="19263360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2633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588" r="0" b="-37758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92633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a quick answer in one command, or work through it step by step — whichever suits your purpose.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01703" y="7869431"/>
            <a:ext cx="16667483" cy="1634747"/>
            <a:chOff x="0" y="0"/>
            <a:chExt cx="22223311" cy="21796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2189439" cy="2145792"/>
            </a:xfrm>
            <a:custGeom>
              <a:avLst/>
              <a:gdLst/>
              <a:ahLst/>
              <a:cxnLst/>
              <a:rect r="r" b="b" t="t" l="l"/>
              <a:pathLst>
                <a:path h="214579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223222" cy="2179574"/>
            </a:xfrm>
            <a:custGeom>
              <a:avLst/>
              <a:gdLst/>
              <a:ahLst/>
              <a:cxnLst/>
              <a:rect r="r" b="b" t="t" l="l"/>
              <a:pathLst>
                <a:path h="2179574" w="22223222">
                  <a:moveTo>
                    <a:pt x="16891" y="0"/>
                  </a:moveTo>
                  <a:lnTo>
                    <a:pt x="22206330" y="0"/>
                  </a:lnTo>
                  <a:cubicBezTo>
                    <a:pt x="22215729" y="0"/>
                    <a:pt x="22223222" y="7620"/>
                    <a:pt x="22223222" y="16891"/>
                  </a:cubicBezTo>
                  <a:lnTo>
                    <a:pt x="22223222" y="2162683"/>
                  </a:lnTo>
                  <a:cubicBezTo>
                    <a:pt x="22223222" y="2172081"/>
                    <a:pt x="22215602" y="2179574"/>
                    <a:pt x="2220633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22206330" y="2145792"/>
                  </a:lnTo>
                  <a:lnTo>
                    <a:pt x="22206330" y="2162683"/>
                  </a:lnTo>
                  <a:lnTo>
                    <a:pt x="22189439" y="2162683"/>
                  </a:lnTo>
                  <a:lnTo>
                    <a:pt x="22189439" y="16891"/>
                  </a:lnTo>
                  <a:lnTo>
                    <a:pt x="22206330" y="16891"/>
                  </a:lnTo>
                  <a:lnTo>
                    <a:pt x="22206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01703" y="7869431"/>
            <a:ext cx="153419" cy="1634747"/>
            <a:chOff x="0" y="0"/>
            <a:chExt cx="204559" cy="21796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7463" y="8198615"/>
            <a:ext cx="939803" cy="939803"/>
            <a:chOff x="0" y="0"/>
            <a:chExt cx="1253071" cy="12530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8B6914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80160" y="8211312"/>
            <a:ext cx="914400" cy="914400"/>
            <a:chOff x="0" y="0"/>
            <a:chExt cx="121920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★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468880" y="8010144"/>
            <a:ext cx="14447520" cy="548640"/>
            <a:chOff x="0" y="0"/>
            <a:chExt cx="1926336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9263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0C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Tells you if there's no solution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468880" y="8668512"/>
            <a:ext cx="14447520" cy="658368"/>
            <a:chOff x="0" y="0"/>
            <a:chExt cx="19263360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9263361" cy="877824"/>
            </a:xfrm>
            <a:custGeom>
              <a:avLst/>
              <a:gdLst/>
              <a:ahLst/>
              <a:cxnLst/>
              <a:rect r="r" b="b" t="t" l="l"/>
              <a:pathLst>
                <a:path h="877824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588" r="0" b="-37758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92633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the equations contradict each other or have no valid answer, the program says so clearly rather than giving a wrong result.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848363" cy="10312403"/>
            <a:chOff x="0" y="0"/>
            <a:chExt cx="11311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09728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106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3732890"/>
                  </a:lnTo>
                  <a:cubicBezTo>
                    <a:pt x="1131062" y="13742290"/>
                    <a:pt x="1123442" y="13749782"/>
                    <a:pt x="111417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114171" y="13716000"/>
                  </a:lnTo>
                  <a:lnTo>
                    <a:pt x="1114171" y="13732890"/>
                  </a:lnTo>
                  <a:lnTo>
                    <a:pt x="1097280" y="13732890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35666" y="-12697"/>
            <a:ext cx="17490443" cy="10312403"/>
            <a:chOff x="0" y="0"/>
            <a:chExt cx="2332059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328671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3286719">
                  <a:moveTo>
                    <a:pt x="0" y="0"/>
                  </a:moveTo>
                  <a:lnTo>
                    <a:pt x="23286719" y="0"/>
                  </a:lnTo>
                  <a:lnTo>
                    <a:pt x="2328671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0E1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2050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3320502">
                  <a:moveTo>
                    <a:pt x="16891" y="0"/>
                  </a:moveTo>
                  <a:lnTo>
                    <a:pt x="23303610" y="0"/>
                  </a:lnTo>
                  <a:cubicBezTo>
                    <a:pt x="23313008" y="0"/>
                    <a:pt x="23320502" y="7620"/>
                    <a:pt x="23320502" y="16891"/>
                  </a:cubicBezTo>
                  <a:lnTo>
                    <a:pt x="23320502" y="13732890"/>
                  </a:lnTo>
                  <a:cubicBezTo>
                    <a:pt x="23320502" y="13742290"/>
                    <a:pt x="23312882" y="13749782"/>
                    <a:pt x="2330361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3303610" y="13716000"/>
                  </a:lnTo>
                  <a:lnTo>
                    <a:pt x="23303610" y="13732890"/>
                  </a:lnTo>
                  <a:lnTo>
                    <a:pt x="23286720" y="13732890"/>
                  </a:lnTo>
                  <a:lnTo>
                    <a:pt x="23286720" y="16891"/>
                  </a:lnTo>
                  <a:lnTo>
                    <a:pt x="23303610" y="16891"/>
                  </a:lnTo>
                  <a:lnTo>
                    <a:pt x="23303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0E1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6023" y="1998983"/>
            <a:ext cx="16484603" cy="61979"/>
            <a:chOff x="0" y="0"/>
            <a:chExt cx="21979471" cy="826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1945599" cy="48768"/>
            </a:xfrm>
            <a:custGeom>
              <a:avLst/>
              <a:gdLst/>
              <a:ahLst/>
              <a:cxnLst/>
              <a:rect r="r" b="b" t="t" l="l"/>
              <a:pathLst>
                <a:path h="4876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2D4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382" cy="82552"/>
            </a:xfrm>
            <a:custGeom>
              <a:avLst/>
              <a:gdLst/>
              <a:ahLst/>
              <a:cxnLst/>
              <a:rect r="r" b="b" t="t" l="l"/>
              <a:pathLst>
                <a:path h="8255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5659"/>
                  </a:lnTo>
                  <a:cubicBezTo>
                    <a:pt x="21979382" y="75057"/>
                    <a:pt x="21971763" y="82550"/>
                    <a:pt x="219624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1962490" y="48768"/>
                  </a:lnTo>
                  <a:lnTo>
                    <a:pt x="21962490" y="65659"/>
                  </a:lnTo>
                  <a:lnTo>
                    <a:pt x="21945600" y="6565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76023" y="4010663"/>
            <a:ext cx="16484603" cy="61979"/>
            <a:chOff x="0" y="0"/>
            <a:chExt cx="21979471" cy="826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48768"/>
            </a:xfrm>
            <a:custGeom>
              <a:avLst/>
              <a:gdLst/>
              <a:ahLst/>
              <a:cxnLst/>
              <a:rect r="r" b="b" t="t" l="l"/>
              <a:pathLst>
                <a:path h="4876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2D4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82552"/>
            </a:xfrm>
            <a:custGeom>
              <a:avLst/>
              <a:gdLst/>
              <a:ahLst/>
              <a:cxnLst/>
              <a:rect r="r" b="b" t="t" l="l"/>
              <a:pathLst>
                <a:path h="8255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5659"/>
                  </a:lnTo>
                  <a:cubicBezTo>
                    <a:pt x="21979382" y="75057"/>
                    <a:pt x="21971763" y="82550"/>
                    <a:pt x="219624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1962490" y="48768"/>
                  </a:lnTo>
                  <a:lnTo>
                    <a:pt x="21962490" y="65659"/>
                  </a:lnTo>
                  <a:lnTo>
                    <a:pt x="21945600" y="6565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76023" y="6022343"/>
            <a:ext cx="16484603" cy="61979"/>
            <a:chOff x="0" y="0"/>
            <a:chExt cx="2197947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1945599" cy="48768"/>
            </a:xfrm>
            <a:custGeom>
              <a:avLst/>
              <a:gdLst/>
              <a:ahLst/>
              <a:cxnLst/>
              <a:rect r="r" b="b" t="t" l="l"/>
              <a:pathLst>
                <a:path h="4876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2D4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9382" cy="82552"/>
            </a:xfrm>
            <a:custGeom>
              <a:avLst/>
              <a:gdLst/>
              <a:ahLst/>
              <a:cxnLst/>
              <a:rect r="r" b="b" t="t" l="l"/>
              <a:pathLst>
                <a:path h="8255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5659"/>
                  </a:lnTo>
                  <a:cubicBezTo>
                    <a:pt x="21979382" y="75057"/>
                    <a:pt x="21971763" y="82550"/>
                    <a:pt x="219624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1962490" y="48768"/>
                  </a:lnTo>
                  <a:lnTo>
                    <a:pt x="21962490" y="65659"/>
                  </a:lnTo>
                  <a:lnTo>
                    <a:pt x="21945600" y="6565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6023" y="8034023"/>
            <a:ext cx="16484603" cy="61979"/>
            <a:chOff x="0" y="0"/>
            <a:chExt cx="2197947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1945599" cy="48768"/>
            </a:xfrm>
            <a:custGeom>
              <a:avLst/>
              <a:gdLst/>
              <a:ahLst/>
              <a:cxnLst/>
              <a:rect r="r" b="b" t="t" l="l"/>
              <a:pathLst>
                <a:path h="4876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F2D4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9382" cy="82552"/>
            </a:xfrm>
            <a:custGeom>
              <a:avLst/>
              <a:gdLst/>
              <a:ahLst/>
              <a:cxnLst/>
              <a:rect r="r" b="b" t="t" l="l"/>
              <a:pathLst>
                <a:path h="8255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5659"/>
                  </a:lnTo>
                  <a:cubicBezTo>
                    <a:pt x="21979382" y="75057"/>
                    <a:pt x="21971763" y="82550"/>
                    <a:pt x="219624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1962490" y="48768"/>
                  </a:lnTo>
                  <a:lnTo>
                    <a:pt x="21962490" y="65659"/>
                  </a:lnTo>
                  <a:lnTo>
                    <a:pt x="21945600" y="6565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D4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98105" y="2464822"/>
            <a:ext cx="15544800" cy="2011680"/>
            <a:chOff x="0" y="0"/>
            <a:chExt cx="2072640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726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38125"/>
              <a:ext cx="20726400" cy="292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19"/>
                </a:lnSpc>
              </a:pPr>
              <a:r>
                <a:rPr lang="en-US" b="true" sz="11600" spc="1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 YOU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44302" y="4214668"/>
            <a:ext cx="6426203" cy="135131"/>
            <a:chOff x="0" y="0"/>
            <a:chExt cx="8568271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8534400" cy="146304"/>
            </a:xfrm>
            <a:custGeom>
              <a:avLst/>
              <a:gdLst/>
              <a:ahLst/>
              <a:cxnLst/>
              <a:rect r="r" b="b" t="t" l="l"/>
              <a:pathLst>
                <a:path h="14630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68182" cy="180088"/>
            </a:xfrm>
            <a:custGeom>
              <a:avLst/>
              <a:gdLst/>
              <a:ahLst/>
              <a:cxnLst/>
              <a:rect r="r" b="b" t="t" l="l"/>
              <a:pathLst>
                <a:path h="180088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63195"/>
                  </a:lnTo>
                  <a:cubicBezTo>
                    <a:pt x="8568182" y="172593"/>
                    <a:pt x="8560562" y="180086"/>
                    <a:pt x="85512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8551291" y="146304"/>
                  </a:lnTo>
                  <a:lnTo>
                    <a:pt x="8551291" y="163195"/>
                  </a:lnTo>
                  <a:lnTo>
                    <a:pt x="8534400" y="163195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5214623"/>
            <a:ext cx="15544800" cy="731520"/>
            <a:chOff x="0" y="0"/>
            <a:chExt cx="2072640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2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20726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EA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Equations Solver — C++ Project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0" y="5260343"/>
            <a:ext cx="7672369" cy="640080"/>
            <a:chOff x="0" y="0"/>
            <a:chExt cx="10229825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29825" cy="853440"/>
            </a:xfrm>
            <a:custGeom>
              <a:avLst/>
              <a:gdLst/>
              <a:ahLst/>
              <a:cxnLst/>
              <a:rect r="r" b="b" t="t" l="l"/>
              <a:pathLst>
                <a:path h="853440" w="10229825">
                  <a:moveTo>
                    <a:pt x="0" y="0"/>
                  </a:moveTo>
                  <a:lnTo>
                    <a:pt x="10229825" y="0"/>
                  </a:lnTo>
                  <a:lnTo>
                    <a:pt x="10229825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-102607" b="-4232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229825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F0C04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GitHub: mohamed-h-eng/Project_1-Linear-Equations-Solving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072949" y="7274947"/>
            <a:ext cx="15544800" cy="694944"/>
            <a:chOff x="0" y="0"/>
            <a:chExt cx="2072640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726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Mohamed Hany  ·  Yahia Ahmed  ·  Mohamed Khaled  ·  Shrouk Mohamed  ·  Hanem Atef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DAHDY28oZoA</dc:identifier>
  <dcterms:modified xsi:type="dcterms:W3CDTF">2011-08-01T06:04:30Z</dcterms:modified>
  <cp:revision>1</cp:revision>
  <dc:title>LinearEquationsSolver_v3.pptx</dc:title>
</cp:coreProperties>
</file>